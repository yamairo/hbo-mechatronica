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68" r:id="rId4"/>
    <p:sldId id="257" r:id="rId5"/>
    <p:sldId id="267" r:id="rId6"/>
    <p:sldId id="270" r:id="rId7"/>
    <p:sldId id="260" r:id="rId8"/>
    <p:sldId id="259" r:id="rId9"/>
    <p:sldId id="262" r:id="rId10"/>
    <p:sldId id="265" r:id="rId11"/>
    <p:sldId id="269" r:id="rId12"/>
    <p:sldId id="271" r:id="rId13"/>
    <p:sldId id="261" r:id="rId14"/>
    <p:sldId id="263" r:id="rId15"/>
    <p:sldId id="264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249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18CB71-B4CB-465B-BBDE-4DFEEF942578}" type="doc">
      <dgm:prSet loTypeId="urn:microsoft.com/office/officeart/2005/8/layout/list1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432714D-D0E9-47D3-8A30-7DAE4FEC807C}">
      <dgm:prSet/>
      <dgm:spPr/>
      <dgm:t>
        <a:bodyPr/>
        <a:lstStyle/>
        <a:p>
          <a:r>
            <a:rPr lang="en-GB" b="0" i="0" baseline="0" dirty="0"/>
            <a:t>Korte </a:t>
          </a:r>
          <a:r>
            <a:rPr lang="en-GB" b="0" i="0" baseline="0" dirty="0" err="1"/>
            <a:t>Geschiedenis</a:t>
          </a:r>
          <a:endParaRPr lang="en-US" dirty="0"/>
        </a:p>
      </dgm:t>
    </dgm:pt>
    <dgm:pt modelId="{949894B6-9ECE-4120-A505-0207AC583E16}" type="parTrans" cxnId="{29B2285C-7A3A-4C20-9137-14F3866EFC85}">
      <dgm:prSet/>
      <dgm:spPr/>
      <dgm:t>
        <a:bodyPr/>
        <a:lstStyle/>
        <a:p>
          <a:endParaRPr lang="en-US"/>
        </a:p>
      </dgm:t>
    </dgm:pt>
    <dgm:pt modelId="{6D87A940-BA39-4452-8532-F2FD635C909D}" type="sibTrans" cxnId="{29B2285C-7A3A-4C20-9137-14F3866EFC85}">
      <dgm:prSet/>
      <dgm:spPr/>
      <dgm:t>
        <a:bodyPr/>
        <a:lstStyle/>
        <a:p>
          <a:endParaRPr lang="en-US"/>
        </a:p>
      </dgm:t>
    </dgm:pt>
    <dgm:pt modelId="{1034BB19-562A-4DB6-BDD2-15B7DAD2A2BF}">
      <dgm:prSet/>
      <dgm:spPr/>
      <dgm:t>
        <a:bodyPr/>
        <a:lstStyle/>
        <a:p>
          <a:r>
            <a:rPr lang="en-GB" b="0" i="0" baseline="0"/>
            <a:t>Klassieke Tetris</a:t>
          </a:r>
          <a:endParaRPr lang="en-US"/>
        </a:p>
      </dgm:t>
    </dgm:pt>
    <dgm:pt modelId="{5EB1FB76-DBB7-43F4-BCB6-F203206A318B}" type="parTrans" cxnId="{1F8B05CA-B5A3-4A18-86B3-01F188350DA2}">
      <dgm:prSet/>
      <dgm:spPr/>
      <dgm:t>
        <a:bodyPr/>
        <a:lstStyle/>
        <a:p>
          <a:endParaRPr lang="en-US"/>
        </a:p>
      </dgm:t>
    </dgm:pt>
    <dgm:pt modelId="{A54E9A01-241B-4EE6-B5AF-25BB6533C228}" type="sibTrans" cxnId="{1F8B05CA-B5A3-4A18-86B3-01F188350DA2}">
      <dgm:prSet/>
      <dgm:spPr/>
      <dgm:t>
        <a:bodyPr/>
        <a:lstStyle/>
        <a:p>
          <a:endParaRPr lang="en-US"/>
        </a:p>
      </dgm:t>
    </dgm:pt>
    <dgm:pt modelId="{A8594654-10F7-4A4E-8351-8CCD1C4DAD62}">
      <dgm:prSet/>
      <dgm:spPr/>
      <dgm:t>
        <a:bodyPr/>
        <a:lstStyle/>
        <a:p>
          <a:r>
            <a:rPr lang="en-GB" b="0" i="0" baseline="0" dirty="0"/>
            <a:t>Randomizer</a:t>
          </a:r>
          <a:endParaRPr lang="en-US" dirty="0"/>
        </a:p>
      </dgm:t>
    </dgm:pt>
    <dgm:pt modelId="{BD109DBE-A828-4B74-824A-A48214C5DA57}" type="parTrans" cxnId="{1DF20FDB-C890-4E19-847B-81BBD8A90AF6}">
      <dgm:prSet/>
      <dgm:spPr/>
      <dgm:t>
        <a:bodyPr/>
        <a:lstStyle/>
        <a:p>
          <a:endParaRPr lang="en-US"/>
        </a:p>
      </dgm:t>
    </dgm:pt>
    <dgm:pt modelId="{3CF03CED-2D55-4725-8AEB-3442CC7F6A31}" type="sibTrans" cxnId="{1DF20FDB-C890-4E19-847B-81BBD8A90AF6}">
      <dgm:prSet/>
      <dgm:spPr/>
      <dgm:t>
        <a:bodyPr/>
        <a:lstStyle/>
        <a:p>
          <a:endParaRPr lang="en-US"/>
        </a:p>
      </dgm:t>
    </dgm:pt>
    <dgm:pt modelId="{EEC4019C-3D35-4DE9-87C0-BF41F227B465}">
      <dgm:prSet/>
      <dgm:spPr/>
      <dgm:t>
        <a:bodyPr/>
        <a:lstStyle/>
        <a:p>
          <a:r>
            <a:rPr lang="en-GB" b="0" i="0" baseline="0"/>
            <a:t>Tetris stacking</a:t>
          </a:r>
          <a:endParaRPr lang="en-US"/>
        </a:p>
      </dgm:t>
    </dgm:pt>
    <dgm:pt modelId="{BADB7B78-DD9A-446E-97BA-08A2D0DE9B7E}" type="parTrans" cxnId="{32A7358E-FC5D-41F6-973E-5A31364D3D00}">
      <dgm:prSet/>
      <dgm:spPr/>
      <dgm:t>
        <a:bodyPr/>
        <a:lstStyle/>
        <a:p>
          <a:endParaRPr lang="en-US"/>
        </a:p>
      </dgm:t>
    </dgm:pt>
    <dgm:pt modelId="{B9CCC0DD-8660-45F3-A63C-F4BB8AAB3126}" type="sibTrans" cxnId="{32A7358E-FC5D-41F6-973E-5A31364D3D00}">
      <dgm:prSet/>
      <dgm:spPr/>
      <dgm:t>
        <a:bodyPr/>
        <a:lstStyle/>
        <a:p>
          <a:endParaRPr lang="en-US"/>
        </a:p>
      </dgm:t>
    </dgm:pt>
    <dgm:pt modelId="{145CA02D-C6C7-471B-8401-51B332B77664}">
      <dgm:prSet/>
      <dgm:spPr/>
      <dgm:t>
        <a:bodyPr/>
        <a:lstStyle/>
        <a:p>
          <a:r>
            <a:rPr lang="en-GB" b="0" i="0" baseline="0" dirty="0"/>
            <a:t>T-Spins</a:t>
          </a:r>
          <a:endParaRPr lang="en-US" dirty="0"/>
        </a:p>
      </dgm:t>
    </dgm:pt>
    <dgm:pt modelId="{3D76EA59-46CF-485A-B1CD-583EF7E57CAA}" type="parTrans" cxnId="{9D3DD134-D102-42C6-891A-33A53F656516}">
      <dgm:prSet/>
      <dgm:spPr/>
      <dgm:t>
        <a:bodyPr/>
        <a:lstStyle/>
        <a:p>
          <a:endParaRPr lang="en-US"/>
        </a:p>
      </dgm:t>
    </dgm:pt>
    <dgm:pt modelId="{988F3DF6-7D14-46A0-9E64-2CC5F7CF5BFD}" type="sibTrans" cxnId="{9D3DD134-D102-42C6-891A-33A53F656516}">
      <dgm:prSet/>
      <dgm:spPr/>
      <dgm:t>
        <a:bodyPr/>
        <a:lstStyle/>
        <a:p>
          <a:endParaRPr lang="en-US"/>
        </a:p>
      </dgm:t>
    </dgm:pt>
    <dgm:pt modelId="{02FE4DAB-8006-4433-98AB-0EEFD29F1C84}">
      <dgm:prSet/>
      <dgm:spPr/>
      <dgm:t>
        <a:bodyPr/>
        <a:lstStyle/>
        <a:p>
          <a:r>
            <a:rPr lang="en-GB" b="0" i="0" baseline="0"/>
            <a:t>Moderne Tetris</a:t>
          </a:r>
          <a:endParaRPr lang="en-US"/>
        </a:p>
      </dgm:t>
    </dgm:pt>
    <dgm:pt modelId="{1A4ADA4C-ED2C-40C3-8244-3AE1625B0040}" type="parTrans" cxnId="{366F4632-89F2-4DAC-B863-343DD94ADE8F}">
      <dgm:prSet/>
      <dgm:spPr/>
      <dgm:t>
        <a:bodyPr/>
        <a:lstStyle/>
        <a:p>
          <a:endParaRPr lang="en-US"/>
        </a:p>
      </dgm:t>
    </dgm:pt>
    <dgm:pt modelId="{C28BC9E0-9D41-44B3-9824-AB4A72BA1578}" type="sibTrans" cxnId="{366F4632-89F2-4DAC-B863-343DD94ADE8F}">
      <dgm:prSet/>
      <dgm:spPr/>
      <dgm:t>
        <a:bodyPr/>
        <a:lstStyle/>
        <a:p>
          <a:endParaRPr lang="en-US"/>
        </a:p>
      </dgm:t>
    </dgm:pt>
    <dgm:pt modelId="{64519391-E3DB-43DE-AE47-C1250CC3E5C4}">
      <dgm:prSet/>
      <dgm:spPr/>
      <dgm:t>
        <a:bodyPr/>
        <a:lstStyle/>
        <a:p>
          <a:r>
            <a:rPr lang="en-GB" b="0" i="0" baseline="0" dirty="0"/>
            <a:t>7Bag</a:t>
          </a:r>
          <a:endParaRPr lang="en-US" dirty="0"/>
        </a:p>
      </dgm:t>
    </dgm:pt>
    <dgm:pt modelId="{025A6DC5-07DE-43AA-BE6A-A11AA88430BB}" type="parTrans" cxnId="{000780CD-512F-49E3-A888-3C70F95AE668}">
      <dgm:prSet/>
      <dgm:spPr/>
      <dgm:t>
        <a:bodyPr/>
        <a:lstStyle/>
        <a:p>
          <a:endParaRPr lang="en-US"/>
        </a:p>
      </dgm:t>
    </dgm:pt>
    <dgm:pt modelId="{A164933A-59B8-4FCB-8B8C-7DEAC2612B53}" type="sibTrans" cxnId="{000780CD-512F-49E3-A888-3C70F95AE668}">
      <dgm:prSet/>
      <dgm:spPr/>
      <dgm:t>
        <a:bodyPr/>
        <a:lstStyle/>
        <a:p>
          <a:endParaRPr lang="en-US"/>
        </a:p>
      </dgm:t>
    </dgm:pt>
    <dgm:pt modelId="{063B4136-F7FC-4E6E-BA70-04587C6E7376}">
      <dgm:prSet/>
      <dgm:spPr/>
      <dgm:t>
        <a:bodyPr/>
        <a:lstStyle/>
        <a:p>
          <a:r>
            <a:rPr lang="en-GB" b="0" i="0" baseline="0" dirty="0"/>
            <a:t>Perfect Clear</a:t>
          </a:r>
          <a:endParaRPr lang="en-US" dirty="0"/>
        </a:p>
      </dgm:t>
    </dgm:pt>
    <dgm:pt modelId="{3B7B95DE-F686-4A36-8626-9FD417B40914}" type="parTrans" cxnId="{AE31A126-898A-482A-A491-C9A146F59C64}">
      <dgm:prSet/>
      <dgm:spPr/>
      <dgm:t>
        <a:bodyPr/>
        <a:lstStyle/>
        <a:p>
          <a:endParaRPr lang="en-US"/>
        </a:p>
      </dgm:t>
    </dgm:pt>
    <dgm:pt modelId="{64516143-D6E1-40F1-849D-855F7E4244F9}" type="sibTrans" cxnId="{AE31A126-898A-482A-A491-C9A146F59C64}">
      <dgm:prSet/>
      <dgm:spPr/>
      <dgm:t>
        <a:bodyPr/>
        <a:lstStyle/>
        <a:p>
          <a:endParaRPr lang="en-US"/>
        </a:p>
      </dgm:t>
    </dgm:pt>
    <dgm:pt modelId="{0B1FA4B5-2BD8-4AB9-9840-E1B06EFB545C}">
      <dgm:prSet/>
      <dgm:spPr/>
      <dgm:t>
        <a:bodyPr/>
        <a:lstStyle/>
        <a:p>
          <a:r>
            <a:rPr lang="en-GB" b="0" i="0" baseline="0"/>
            <a:t>4Wide</a:t>
          </a:r>
          <a:endParaRPr lang="en-US"/>
        </a:p>
      </dgm:t>
    </dgm:pt>
    <dgm:pt modelId="{327365C5-05A3-4EAF-9080-D27CC87D174A}" type="parTrans" cxnId="{89E91ED1-0E67-4808-BFA1-EE3189316BE7}">
      <dgm:prSet/>
      <dgm:spPr/>
      <dgm:t>
        <a:bodyPr/>
        <a:lstStyle/>
        <a:p>
          <a:endParaRPr lang="en-US"/>
        </a:p>
      </dgm:t>
    </dgm:pt>
    <dgm:pt modelId="{F5332003-2C3B-4419-8ECF-FD245E04A4CD}" type="sibTrans" cxnId="{89E91ED1-0E67-4808-BFA1-EE3189316BE7}">
      <dgm:prSet/>
      <dgm:spPr/>
      <dgm:t>
        <a:bodyPr/>
        <a:lstStyle/>
        <a:p>
          <a:endParaRPr lang="en-US"/>
        </a:p>
      </dgm:t>
    </dgm:pt>
    <dgm:pt modelId="{5D166A8F-C652-4DA3-8954-24B0511DB45D}">
      <dgm:prSet/>
      <dgm:spPr/>
      <dgm:t>
        <a:bodyPr/>
        <a:lstStyle/>
        <a:p>
          <a:r>
            <a:rPr lang="en-GB" b="0" i="0" baseline="0" dirty="0"/>
            <a:t>Openers</a:t>
          </a:r>
          <a:endParaRPr lang="en-US" dirty="0"/>
        </a:p>
      </dgm:t>
    </dgm:pt>
    <dgm:pt modelId="{5D36AAE5-4E9C-4917-816E-324B012DC53D}" type="parTrans" cxnId="{1CDBE80E-923C-44C0-9B80-D7B265E1DC5D}">
      <dgm:prSet/>
      <dgm:spPr/>
      <dgm:t>
        <a:bodyPr/>
        <a:lstStyle/>
        <a:p>
          <a:endParaRPr lang="en-US"/>
        </a:p>
      </dgm:t>
    </dgm:pt>
    <dgm:pt modelId="{BFB09C30-7722-48FC-A702-8EF56E52D039}" type="sibTrans" cxnId="{1CDBE80E-923C-44C0-9B80-D7B265E1DC5D}">
      <dgm:prSet/>
      <dgm:spPr/>
      <dgm:t>
        <a:bodyPr/>
        <a:lstStyle/>
        <a:p>
          <a:endParaRPr lang="en-US"/>
        </a:p>
      </dgm:t>
    </dgm:pt>
    <dgm:pt modelId="{CC6E32A1-E35F-43C7-941F-C81F0BA6C726}">
      <dgm:prSet/>
      <dgm:spPr/>
      <dgm:t>
        <a:bodyPr/>
        <a:lstStyle/>
        <a:p>
          <a:r>
            <a:rPr lang="en-GB" b="0" i="0" baseline="0"/>
            <a:t>The End</a:t>
          </a:r>
          <a:endParaRPr lang="en-US"/>
        </a:p>
      </dgm:t>
    </dgm:pt>
    <dgm:pt modelId="{A8BBE5EB-7770-4878-801B-88313D956C8D}" type="parTrans" cxnId="{F3104DA3-6B03-44CC-AEC7-2948CFE15E7C}">
      <dgm:prSet/>
      <dgm:spPr/>
      <dgm:t>
        <a:bodyPr/>
        <a:lstStyle/>
        <a:p>
          <a:endParaRPr lang="en-US"/>
        </a:p>
      </dgm:t>
    </dgm:pt>
    <dgm:pt modelId="{157E7A4B-D1CD-4004-8719-4F42DD120A27}" type="sibTrans" cxnId="{F3104DA3-6B03-44CC-AEC7-2948CFE15E7C}">
      <dgm:prSet/>
      <dgm:spPr/>
      <dgm:t>
        <a:bodyPr/>
        <a:lstStyle/>
        <a:p>
          <a:endParaRPr lang="en-US"/>
        </a:p>
      </dgm:t>
    </dgm:pt>
    <dgm:pt modelId="{38D87DB3-3996-4331-A88F-B8AE0FE94262}">
      <dgm:prSet/>
      <dgm:spPr/>
      <dgm:t>
        <a:bodyPr/>
        <a:lstStyle/>
        <a:p>
          <a:r>
            <a:rPr lang="en-US" dirty="0"/>
            <a:t>Sliding</a:t>
          </a:r>
        </a:p>
      </dgm:t>
    </dgm:pt>
    <dgm:pt modelId="{9BFED06A-B1A9-47B7-AB29-B9AA7B6704EA}" type="parTrans" cxnId="{D93B98D4-80A0-4BB0-81D9-81D81091F306}">
      <dgm:prSet/>
      <dgm:spPr/>
      <dgm:t>
        <a:bodyPr/>
        <a:lstStyle/>
        <a:p>
          <a:endParaRPr lang="en-GB"/>
        </a:p>
      </dgm:t>
    </dgm:pt>
    <dgm:pt modelId="{5DB20DDE-F69A-4603-A149-52F871634DA5}" type="sibTrans" cxnId="{D93B98D4-80A0-4BB0-81D9-81D81091F306}">
      <dgm:prSet/>
      <dgm:spPr/>
      <dgm:t>
        <a:bodyPr/>
        <a:lstStyle/>
        <a:p>
          <a:endParaRPr lang="en-GB"/>
        </a:p>
      </dgm:t>
    </dgm:pt>
    <dgm:pt modelId="{8FD3EBB4-24A1-49B3-85A0-2C21A8D9C298}">
      <dgm:prSet/>
      <dgm:spPr/>
      <dgm:t>
        <a:bodyPr/>
        <a:lstStyle/>
        <a:p>
          <a:r>
            <a:rPr lang="en-US" dirty="0" err="1"/>
            <a:t>Technieken</a:t>
          </a:r>
          <a:endParaRPr lang="en-US" dirty="0"/>
        </a:p>
      </dgm:t>
    </dgm:pt>
    <dgm:pt modelId="{5171A183-C36D-40E1-9990-8AA8DF23989E}" type="parTrans" cxnId="{79620B9F-EFBE-4441-A038-73E44729D349}">
      <dgm:prSet/>
      <dgm:spPr/>
      <dgm:t>
        <a:bodyPr/>
        <a:lstStyle/>
        <a:p>
          <a:endParaRPr lang="en-GB"/>
        </a:p>
      </dgm:t>
    </dgm:pt>
    <dgm:pt modelId="{659D8E4E-9852-459C-A06A-D366D2694880}" type="sibTrans" cxnId="{79620B9F-EFBE-4441-A038-73E44729D349}">
      <dgm:prSet/>
      <dgm:spPr/>
      <dgm:t>
        <a:bodyPr/>
        <a:lstStyle/>
        <a:p>
          <a:endParaRPr lang="en-GB"/>
        </a:p>
      </dgm:t>
    </dgm:pt>
    <dgm:pt modelId="{AD9DD1B7-52AF-4377-96FB-D439F9E9D484}" type="pres">
      <dgm:prSet presAssocID="{E818CB71-B4CB-465B-BBDE-4DFEEF942578}" presName="linear" presStyleCnt="0">
        <dgm:presLayoutVars>
          <dgm:dir/>
          <dgm:animLvl val="lvl"/>
          <dgm:resizeHandles val="exact"/>
        </dgm:presLayoutVars>
      </dgm:prSet>
      <dgm:spPr/>
    </dgm:pt>
    <dgm:pt modelId="{2B318279-3CBB-4D94-94D6-02D42402B86B}" type="pres">
      <dgm:prSet presAssocID="{8432714D-D0E9-47D3-8A30-7DAE4FEC807C}" presName="parentLin" presStyleCnt="0"/>
      <dgm:spPr/>
    </dgm:pt>
    <dgm:pt modelId="{731870A3-90C4-4EF8-BEF4-AA2B21858838}" type="pres">
      <dgm:prSet presAssocID="{8432714D-D0E9-47D3-8A30-7DAE4FEC807C}" presName="parentLeftMargin" presStyleLbl="node1" presStyleIdx="0" presStyleCnt="4"/>
      <dgm:spPr/>
    </dgm:pt>
    <dgm:pt modelId="{939D9C66-6DCE-42E6-AD44-B382AD1079E7}" type="pres">
      <dgm:prSet presAssocID="{8432714D-D0E9-47D3-8A30-7DAE4FEC80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8915824-55BD-46C4-94B0-BFD140EDDF3A}" type="pres">
      <dgm:prSet presAssocID="{8432714D-D0E9-47D3-8A30-7DAE4FEC807C}" presName="negativeSpace" presStyleCnt="0"/>
      <dgm:spPr/>
    </dgm:pt>
    <dgm:pt modelId="{83260B09-F71B-48C0-89F8-F1BCA2C7B6BA}" type="pres">
      <dgm:prSet presAssocID="{8432714D-D0E9-47D3-8A30-7DAE4FEC807C}" presName="childText" presStyleLbl="conFgAcc1" presStyleIdx="0" presStyleCnt="4">
        <dgm:presLayoutVars>
          <dgm:bulletEnabled val="1"/>
        </dgm:presLayoutVars>
      </dgm:prSet>
      <dgm:spPr/>
    </dgm:pt>
    <dgm:pt modelId="{37A08035-CBF9-4CCC-9389-8ACC51F1842C}" type="pres">
      <dgm:prSet presAssocID="{6D87A940-BA39-4452-8532-F2FD635C909D}" presName="spaceBetweenRectangles" presStyleCnt="0"/>
      <dgm:spPr/>
    </dgm:pt>
    <dgm:pt modelId="{658664AF-C429-4517-BF9D-6EC74C7C194A}" type="pres">
      <dgm:prSet presAssocID="{1034BB19-562A-4DB6-BDD2-15B7DAD2A2BF}" presName="parentLin" presStyleCnt="0"/>
      <dgm:spPr/>
    </dgm:pt>
    <dgm:pt modelId="{1C85DB0D-E397-4489-88BD-9026AF459EA0}" type="pres">
      <dgm:prSet presAssocID="{1034BB19-562A-4DB6-BDD2-15B7DAD2A2BF}" presName="parentLeftMargin" presStyleLbl="node1" presStyleIdx="0" presStyleCnt="4"/>
      <dgm:spPr/>
    </dgm:pt>
    <dgm:pt modelId="{B2BDFA21-F833-4F7F-90D5-2BCA4A976FF8}" type="pres">
      <dgm:prSet presAssocID="{1034BB19-562A-4DB6-BDD2-15B7DAD2A2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0EE88A-7644-4A32-99ED-7956109141E7}" type="pres">
      <dgm:prSet presAssocID="{1034BB19-562A-4DB6-BDD2-15B7DAD2A2BF}" presName="negativeSpace" presStyleCnt="0"/>
      <dgm:spPr/>
    </dgm:pt>
    <dgm:pt modelId="{B99AFFB2-082B-4D96-8BB3-62FF215DE3B7}" type="pres">
      <dgm:prSet presAssocID="{1034BB19-562A-4DB6-BDD2-15B7DAD2A2BF}" presName="childText" presStyleLbl="conFgAcc1" presStyleIdx="1" presStyleCnt="4">
        <dgm:presLayoutVars>
          <dgm:bulletEnabled val="1"/>
        </dgm:presLayoutVars>
      </dgm:prSet>
      <dgm:spPr/>
    </dgm:pt>
    <dgm:pt modelId="{271FA1D9-5832-4587-86AB-488383E97126}" type="pres">
      <dgm:prSet presAssocID="{A54E9A01-241B-4EE6-B5AF-25BB6533C228}" presName="spaceBetweenRectangles" presStyleCnt="0"/>
      <dgm:spPr/>
    </dgm:pt>
    <dgm:pt modelId="{594A21E2-4598-455E-8C32-F37F8E792499}" type="pres">
      <dgm:prSet presAssocID="{02FE4DAB-8006-4433-98AB-0EEFD29F1C84}" presName="parentLin" presStyleCnt="0"/>
      <dgm:spPr/>
    </dgm:pt>
    <dgm:pt modelId="{3838B113-802C-4B0C-8847-1CE9E088F45A}" type="pres">
      <dgm:prSet presAssocID="{02FE4DAB-8006-4433-98AB-0EEFD29F1C84}" presName="parentLeftMargin" presStyleLbl="node1" presStyleIdx="1" presStyleCnt="4"/>
      <dgm:spPr/>
    </dgm:pt>
    <dgm:pt modelId="{B3E73FEF-E897-4AAF-A7EB-6B4B7E351560}" type="pres">
      <dgm:prSet presAssocID="{02FE4DAB-8006-4433-98AB-0EEFD29F1C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6DE3D1-E810-492B-9F25-D27D7A198097}" type="pres">
      <dgm:prSet presAssocID="{02FE4DAB-8006-4433-98AB-0EEFD29F1C84}" presName="negativeSpace" presStyleCnt="0"/>
      <dgm:spPr/>
    </dgm:pt>
    <dgm:pt modelId="{02E49A53-883E-45F6-BBD3-53F343CAAC46}" type="pres">
      <dgm:prSet presAssocID="{02FE4DAB-8006-4433-98AB-0EEFD29F1C84}" presName="childText" presStyleLbl="conFgAcc1" presStyleIdx="2" presStyleCnt="4">
        <dgm:presLayoutVars>
          <dgm:bulletEnabled val="1"/>
        </dgm:presLayoutVars>
      </dgm:prSet>
      <dgm:spPr/>
    </dgm:pt>
    <dgm:pt modelId="{BFB31483-9F82-417A-B4B3-95BA5A0509E7}" type="pres">
      <dgm:prSet presAssocID="{C28BC9E0-9D41-44B3-9824-AB4A72BA1578}" presName="spaceBetweenRectangles" presStyleCnt="0"/>
      <dgm:spPr/>
    </dgm:pt>
    <dgm:pt modelId="{052AC29E-ED23-435B-9F22-8B09F4826A9A}" type="pres">
      <dgm:prSet presAssocID="{CC6E32A1-E35F-43C7-941F-C81F0BA6C726}" presName="parentLin" presStyleCnt="0"/>
      <dgm:spPr/>
    </dgm:pt>
    <dgm:pt modelId="{BC0D94BB-AC12-419C-90B6-B435AB53CA20}" type="pres">
      <dgm:prSet presAssocID="{CC6E32A1-E35F-43C7-941F-C81F0BA6C726}" presName="parentLeftMargin" presStyleLbl="node1" presStyleIdx="2" presStyleCnt="4"/>
      <dgm:spPr/>
    </dgm:pt>
    <dgm:pt modelId="{D81D9EB7-8D2A-47E4-91E7-1F65E3C59098}" type="pres">
      <dgm:prSet presAssocID="{CC6E32A1-E35F-43C7-941F-C81F0BA6C72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7603E9A-403E-4A31-A9BD-9E6F0152849F}" type="pres">
      <dgm:prSet presAssocID="{CC6E32A1-E35F-43C7-941F-C81F0BA6C726}" presName="negativeSpace" presStyleCnt="0"/>
      <dgm:spPr/>
    </dgm:pt>
    <dgm:pt modelId="{C01753D5-86F0-4194-ADE5-A775435D8458}" type="pres">
      <dgm:prSet presAssocID="{CC6E32A1-E35F-43C7-941F-C81F0BA6C72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CDBE80E-923C-44C0-9B80-D7B265E1DC5D}" srcId="{02FE4DAB-8006-4433-98AB-0EEFD29F1C84}" destId="{5D166A8F-C652-4DA3-8954-24B0511DB45D}" srcOrd="4" destOrd="0" parTransId="{5D36AAE5-4E9C-4917-816E-324B012DC53D}" sibTransId="{BFB09C30-7722-48FC-A702-8EF56E52D039}"/>
    <dgm:cxn modelId="{AE31A126-898A-482A-A491-C9A146F59C64}" srcId="{02FE4DAB-8006-4433-98AB-0EEFD29F1C84}" destId="{063B4136-F7FC-4E6E-BA70-04587C6E7376}" srcOrd="2" destOrd="0" parTransId="{3B7B95DE-F686-4A36-8626-9FD417B40914}" sibTransId="{64516143-D6E1-40F1-849D-855F7E4244F9}"/>
    <dgm:cxn modelId="{9E743030-0F26-4062-922B-01508D34325F}" type="presOf" srcId="{063B4136-F7FC-4E6E-BA70-04587C6E7376}" destId="{02E49A53-883E-45F6-BBD3-53F343CAAC46}" srcOrd="0" destOrd="2" presId="urn:microsoft.com/office/officeart/2005/8/layout/list1"/>
    <dgm:cxn modelId="{366F4632-89F2-4DAC-B863-343DD94ADE8F}" srcId="{E818CB71-B4CB-465B-BBDE-4DFEEF942578}" destId="{02FE4DAB-8006-4433-98AB-0EEFD29F1C84}" srcOrd="2" destOrd="0" parTransId="{1A4ADA4C-ED2C-40C3-8244-3AE1625B0040}" sibTransId="{C28BC9E0-9D41-44B3-9824-AB4A72BA1578}"/>
    <dgm:cxn modelId="{723EE332-E250-4FB9-A639-5018351A0BFE}" type="presOf" srcId="{5D166A8F-C652-4DA3-8954-24B0511DB45D}" destId="{02E49A53-883E-45F6-BBD3-53F343CAAC46}" srcOrd="0" destOrd="4" presId="urn:microsoft.com/office/officeart/2005/8/layout/list1"/>
    <dgm:cxn modelId="{9D3DD134-D102-42C6-891A-33A53F656516}" srcId="{1034BB19-562A-4DB6-BDD2-15B7DAD2A2BF}" destId="{145CA02D-C6C7-471B-8401-51B332B77664}" srcOrd="2" destOrd="0" parTransId="{3D76EA59-46CF-485A-B1CD-583EF7E57CAA}" sibTransId="{988F3DF6-7D14-46A0-9E64-2CC5F7CF5BFD}"/>
    <dgm:cxn modelId="{7628473B-CE12-4B7E-B1FB-96B65C20CDD1}" type="presOf" srcId="{1034BB19-562A-4DB6-BDD2-15B7DAD2A2BF}" destId="{B2BDFA21-F833-4F7F-90D5-2BCA4A976FF8}" srcOrd="1" destOrd="0" presId="urn:microsoft.com/office/officeart/2005/8/layout/list1"/>
    <dgm:cxn modelId="{29B2285C-7A3A-4C20-9137-14F3866EFC85}" srcId="{E818CB71-B4CB-465B-BBDE-4DFEEF942578}" destId="{8432714D-D0E9-47D3-8A30-7DAE4FEC807C}" srcOrd="0" destOrd="0" parTransId="{949894B6-9ECE-4120-A505-0207AC583E16}" sibTransId="{6D87A940-BA39-4452-8532-F2FD635C909D}"/>
    <dgm:cxn modelId="{3B4D1D49-BD2E-4A45-83EB-8546B56459CB}" type="presOf" srcId="{8432714D-D0E9-47D3-8A30-7DAE4FEC807C}" destId="{731870A3-90C4-4EF8-BEF4-AA2B21858838}" srcOrd="0" destOrd="0" presId="urn:microsoft.com/office/officeart/2005/8/layout/list1"/>
    <dgm:cxn modelId="{2CD5F74A-FED9-4FD0-9065-CFCB529FBDCA}" type="presOf" srcId="{0B1FA4B5-2BD8-4AB9-9840-E1B06EFB545C}" destId="{02E49A53-883E-45F6-BBD3-53F343CAAC46}" srcOrd="0" destOrd="3" presId="urn:microsoft.com/office/officeart/2005/8/layout/list1"/>
    <dgm:cxn modelId="{8DB4D952-7440-4AFF-993F-15526C3BBE66}" type="presOf" srcId="{8432714D-D0E9-47D3-8A30-7DAE4FEC807C}" destId="{939D9C66-6DCE-42E6-AD44-B382AD1079E7}" srcOrd="1" destOrd="0" presId="urn:microsoft.com/office/officeart/2005/8/layout/list1"/>
    <dgm:cxn modelId="{E627DF77-3D5A-43F7-BAAB-9FFFFD924A3A}" type="presOf" srcId="{CC6E32A1-E35F-43C7-941F-C81F0BA6C726}" destId="{BC0D94BB-AC12-419C-90B6-B435AB53CA20}" srcOrd="0" destOrd="0" presId="urn:microsoft.com/office/officeart/2005/8/layout/list1"/>
    <dgm:cxn modelId="{D2CE4980-96A8-47DB-815E-509DE33DAF49}" type="presOf" srcId="{E818CB71-B4CB-465B-BBDE-4DFEEF942578}" destId="{AD9DD1B7-52AF-4377-96FB-D439F9E9D484}" srcOrd="0" destOrd="0" presId="urn:microsoft.com/office/officeart/2005/8/layout/list1"/>
    <dgm:cxn modelId="{39DA208B-0BEE-4496-83D8-B7A947237ED2}" type="presOf" srcId="{02FE4DAB-8006-4433-98AB-0EEFD29F1C84}" destId="{3838B113-802C-4B0C-8847-1CE9E088F45A}" srcOrd="0" destOrd="0" presId="urn:microsoft.com/office/officeart/2005/8/layout/list1"/>
    <dgm:cxn modelId="{F4E4A28B-14EA-4C6A-ADBB-38CBB91B279E}" type="presOf" srcId="{38D87DB3-3996-4331-A88F-B8AE0FE94262}" destId="{02E49A53-883E-45F6-BBD3-53F343CAAC46}" srcOrd="0" destOrd="1" presId="urn:microsoft.com/office/officeart/2005/8/layout/list1"/>
    <dgm:cxn modelId="{32A7358E-FC5D-41F6-973E-5A31364D3D00}" srcId="{1034BB19-562A-4DB6-BDD2-15B7DAD2A2BF}" destId="{EEC4019C-3D35-4DE9-87C0-BF41F227B465}" srcOrd="1" destOrd="0" parTransId="{BADB7B78-DD9A-446E-97BA-08A2D0DE9B7E}" sibTransId="{B9CCC0DD-8660-45F3-A63C-F4BB8AAB3126}"/>
    <dgm:cxn modelId="{C4B3BC8F-5E83-4575-89A1-01EA2C509C50}" type="presOf" srcId="{CC6E32A1-E35F-43C7-941F-C81F0BA6C726}" destId="{D81D9EB7-8D2A-47E4-91E7-1F65E3C59098}" srcOrd="1" destOrd="0" presId="urn:microsoft.com/office/officeart/2005/8/layout/list1"/>
    <dgm:cxn modelId="{9508D298-9370-421D-A47E-CBD173FA743E}" type="presOf" srcId="{145CA02D-C6C7-471B-8401-51B332B77664}" destId="{B99AFFB2-082B-4D96-8BB3-62FF215DE3B7}" srcOrd="0" destOrd="2" presId="urn:microsoft.com/office/officeart/2005/8/layout/list1"/>
    <dgm:cxn modelId="{79620B9F-EFBE-4441-A038-73E44729D349}" srcId="{1034BB19-562A-4DB6-BDD2-15B7DAD2A2BF}" destId="{8FD3EBB4-24A1-49B3-85A0-2C21A8D9C298}" srcOrd="3" destOrd="0" parTransId="{5171A183-C36D-40E1-9990-8AA8DF23989E}" sibTransId="{659D8E4E-9852-459C-A06A-D366D2694880}"/>
    <dgm:cxn modelId="{F3104DA3-6B03-44CC-AEC7-2948CFE15E7C}" srcId="{E818CB71-B4CB-465B-BBDE-4DFEEF942578}" destId="{CC6E32A1-E35F-43C7-941F-C81F0BA6C726}" srcOrd="3" destOrd="0" parTransId="{A8BBE5EB-7770-4878-801B-88313D956C8D}" sibTransId="{157E7A4B-D1CD-4004-8719-4F42DD120A27}"/>
    <dgm:cxn modelId="{86A494AC-2B53-42B0-B03B-2657E12C98BA}" type="presOf" srcId="{A8594654-10F7-4A4E-8351-8CCD1C4DAD62}" destId="{B99AFFB2-082B-4D96-8BB3-62FF215DE3B7}" srcOrd="0" destOrd="0" presId="urn:microsoft.com/office/officeart/2005/8/layout/list1"/>
    <dgm:cxn modelId="{AC8D04C1-54AE-49FD-B03E-F75B9F8FC214}" type="presOf" srcId="{EEC4019C-3D35-4DE9-87C0-BF41F227B465}" destId="{B99AFFB2-082B-4D96-8BB3-62FF215DE3B7}" srcOrd="0" destOrd="1" presId="urn:microsoft.com/office/officeart/2005/8/layout/list1"/>
    <dgm:cxn modelId="{1F8B05CA-B5A3-4A18-86B3-01F188350DA2}" srcId="{E818CB71-B4CB-465B-BBDE-4DFEEF942578}" destId="{1034BB19-562A-4DB6-BDD2-15B7DAD2A2BF}" srcOrd="1" destOrd="0" parTransId="{5EB1FB76-DBB7-43F4-BCB6-F203206A318B}" sibTransId="{A54E9A01-241B-4EE6-B5AF-25BB6533C228}"/>
    <dgm:cxn modelId="{000780CD-512F-49E3-A888-3C70F95AE668}" srcId="{02FE4DAB-8006-4433-98AB-0EEFD29F1C84}" destId="{64519391-E3DB-43DE-AE47-C1250CC3E5C4}" srcOrd="0" destOrd="0" parTransId="{025A6DC5-07DE-43AA-BE6A-A11AA88430BB}" sibTransId="{A164933A-59B8-4FCB-8B8C-7DEAC2612B53}"/>
    <dgm:cxn modelId="{89E91ED1-0E67-4808-BFA1-EE3189316BE7}" srcId="{02FE4DAB-8006-4433-98AB-0EEFD29F1C84}" destId="{0B1FA4B5-2BD8-4AB9-9840-E1B06EFB545C}" srcOrd="3" destOrd="0" parTransId="{327365C5-05A3-4EAF-9080-D27CC87D174A}" sibTransId="{F5332003-2C3B-4419-8ECF-FD245E04A4CD}"/>
    <dgm:cxn modelId="{D93B98D4-80A0-4BB0-81D9-81D81091F306}" srcId="{02FE4DAB-8006-4433-98AB-0EEFD29F1C84}" destId="{38D87DB3-3996-4331-A88F-B8AE0FE94262}" srcOrd="1" destOrd="0" parTransId="{9BFED06A-B1A9-47B7-AB29-B9AA7B6704EA}" sibTransId="{5DB20DDE-F69A-4603-A149-52F871634DA5}"/>
    <dgm:cxn modelId="{EB6544D5-A69F-439D-AB7E-5306EBA4580A}" type="presOf" srcId="{8FD3EBB4-24A1-49B3-85A0-2C21A8D9C298}" destId="{B99AFFB2-082B-4D96-8BB3-62FF215DE3B7}" srcOrd="0" destOrd="3" presId="urn:microsoft.com/office/officeart/2005/8/layout/list1"/>
    <dgm:cxn modelId="{54EB1BDA-A94E-4478-AD54-4E271DD9FFFD}" type="presOf" srcId="{02FE4DAB-8006-4433-98AB-0EEFD29F1C84}" destId="{B3E73FEF-E897-4AAF-A7EB-6B4B7E351560}" srcOrd="1" destOrd="0" presId="urn:microsoft.com/office/officeart/2005/8/layout/list1"/>
    <dgm:cxn modelId="{1DF20FDB-C890-4E19-847B-81BBD8A90AF6}" srcId="{1034BB19-562A-4DB6-BDD2-15B7DAD2A2BF}" destId="{A8594654-10F7-4A4E-8351-8CCD1C4DAD62}" srcOrd="0" destOrd="0" parTransId="{BD109DBE-A828-4B74-824A-A48214C5DA57}" sibTransId="{3CF03CED-2D55-4725-8AEB-3442CC7F6A31}"/>
    <dgm:cxn modelId="{39E873E0-BB67-48F0-9830-3AD15905FEB3}" type="presOf" srcId="{64519391-E3DB-43DE-AE47-C1250CC3E5C4}" destId="{02E49A53-883E-45F6-BBD3-53F343CAAC46}" srcOrd="0" destOrd="0" presId="urn:microsoft.com/office/officeart/2005/8/layout/list1"/>
    <dgm:cxn modelId="{28B216EE-5804-4C0B-90D7-B683A4FF298B}" type="presOf" srcId="{1034BB19-562A-4DB6-BDD2-15B7DAD2A2BF}" destId="{1C85DB0D-E397-4489-88BD-9026AF459EA0}" srcOrd="0" destOrd="0" presId="urn:microsoft.com/office/officeart/2005/8/layout/list1"/>
    <dgm:cxn modelId="{C92A887D-8D70-452B-8045-1B4D3C85DB71}" type="presParOf" srcId="{AD9DD1B7-52AF-4377-96FB-D439F9E9D484}" destId="{2B318279-3CBB-4D94-94D6-02D42402B86B}" srcOrd="0" destOrd="0" presId="urn:microsoft.com/office/officeart/2005/8/layout/list1"/>
    <dgm:cxn modelId="{97C86CCA-AF03-4800-A7D7-ADF9CACE83AB}" type="presParOf" srcId="{2B318279-3CBB-4D94-94D6-02D42402B86B}" destId="{731870A3-90C4-4EF8-BEF4-AA2B21858838}" srcOrd="0" destOrd="0" presId="urn:microsoft.com/office/officeart/2005/8/layout/list1"/>
    <dgm:cxn modelId="{6C08842C-986E-49D8-BAB1-377B5F381D23}" type="presParOf" srcId="{2B318279-3CBB-4D94-94D6-02D42402B86B}" destId="{939D9C66-6DCE-42E6-AD44-B382AD1079E7}" srcOrd="1" destOrd="0" presId="urn:microsoft.com/office/officeart/2005/8/layout/list1"/>
    <dgm:cxn modelId="{BF6754C2-315E-49A4-88D0-79E12E595E19}" type="presParOf" srcId="{AD9DD1B7-52AF-4377-96FB-D439F9E9D484}" destId="{A8915824-55BD-46C4-94B0-BFD140EDDF3A}" srcOrd="1" destOrd="0" presId="urn:microsoft.com/office/officeart/2005/8/layout/list1"/>
    <dgm:cxn modelId="{D8BEDF37-8051-4853-A351-C86872D41189}" type="presParOf" srcId="{AD9DD1B7-52AF-4377-96FB-D439F9E9D484}" destId="{83260B09-F71B-48C0-89F8-F1BCA2C7B6BA}" srcOrd="2" destOrd="0" presId="urn:microsoft.com/office/officeart/2005/8/layout/list1"/>
    <dgm:cxn modelId="{7F2B6B1D-6F5D-4B89-A585-97B3FC62DD6E}" type="presParOf" srcId="{AD9DD1B7-52AF-4377-96FB-D439F9E9D484}" destId="{37A08035-CBF9-4CCC-9389-8ACC51F1842C}" srcOrd="3" destOrd="0" presId="urn:microsoft.com/office/officeart/2005/8/layout/list1"/>
    <dgm:cxn modelId="{F9EB7469-F689-4F98-A00F-C50768F30E9B}" type="presParOf" srcId="{AD9DD1B7-52AF-4377-96FB-D439F9E9D484}" destId="{658664AF-C429-4517-BF9D-6EC74C7C194A}" srcOrd="4" destOrd="0" presId="urn:microsoft.com/office/officeart/2005/8/layout/list1"/>
    <dgm:cxn modelId="{45163CAB-4E1A-4C1D-99BE-D5D9891604F7}" type="presParOf" srcId="{658664AF-C429-4517-BF9D-6EC74C7C194A}" destId="{1C85DB0D-E397-4489-88BD-9026AF459EA0}" srcOrd="0" destOrd="0" presId="urn:microsoft.com/office/officeart/2005/8/layout/list1"/>
    <dgm:cxn modelId="{A303A8C6-5068-4E5B-B1D4-9C45C0354639}" type="presParOf" srcId="{658664AF-C429-4517-BF9D-6EC74C7C194A}" destId="{B2BDFA21-F833-4F7F-90D5-2BCA4A976FF8}" srcOrd="1" destOrd="0" presId="urn:microsoft.com/office/officeart/2005/8/layout/list1"/>
    <dgm:cxn modelId="{14330CAA-2263-43DE-8149-F645F625F572}" type="presParOf" srcId="{AD9DD1B7-52AF-4377-96FB-D439F9E9D484}" destId="{210EE88A-7644-4A32-99ED-7956109141E7}" srcOrd="5" destOrd="0" presId="urn:microsoft.com/office/officeart/2005/8/layout/list1"/>
    <dgm:cxn modelId="{238BC7FF-832D-44BE-897C-3B5B7FA9F76E}" type="presParOf" srcId="{AD9DD1B7-52AF-4377-96FB-D439F9E9D484}" destId="{B99AFFB2-082B-4D96-8BB3-62FF215DE3B7}" srcOrd="6" destOrd="0" presId="urn:microsoft.com/office/officeart/2005/8/layout/list1"/>
    <dgm:cxn modelId="{538E00F5-6A68-4432-A72C-09A0D1B585CB}" type="presParOf" srcId="{AD9DD1B7-52AF-4377-96FB-D439F9E9D484}" destId="{271FA1D9-5832-4587-86AB-488383E97126}" srcOrd="7" destOrd="0" presId="urn:microsoft.com/office/officeart/2005/8/layout/list1"/>
    <dgm:cxn modelId="{AC8BA657-BD56-4CA3-B86C-ECEAE120467D}" type="presParOf" srcId="{AD9DD1B7-52AF-4377-96FB-D439F9E9D484}" destId="{594A21E2-4598-455E-8C32-F37F8E792499}" srcOrd="8" destOrd="0" presId="urn:microsoft.com/office/officeart/2005/8/layout/list1"/>
    <dgm:cxn modelId="{739F1472-9669-48A4-9DBA-2BEAD5F56FB9}" type="presParOf" srcId="{594A21E2-4598-455E-8C32-F37F8E792499}" destId="{3838B113-802C-4B0C-8847-1CE9E088F45A}" srcOrd="0" destOrd="0" presId="urn:microsoft.com/office/officeart/2005/8/layout/list1"/>
    <dgm:cxn modelId="{A7FF914B-5482-4015-BB85-F827267C6B53}" type="presParOf" srcId="{594A21E2-4598-455E-8C32-F37F8E792499}" destId="{B3E73FEF-E897-4AAF-A7EB-6B4B7E351560}" srcOrd="1" destOrd="0" presId="urn:microsoft.com/office/officeart/2005/8/layout/list1"/>
    <dgm:cxn modelId="{2A09B4E7-9610-4F81-9E93-8F96B5F0346A}" type="presParOf" srcId="{AD9DD1B7-52AF-4377-96FB-D439F9E9D484}" destId="{B96DE3D1-E810-492B-9F25-D27D7A198097}" srcOrd="9" destOrd="0" presId="urn:microsoft.com/office/officeart/2005/8/layout/list1"/>
    <dgm:cxn modelId="{A2AD3EDD-1225-4D6B-AF5E-6EF067C0B53F}" type="presParOf" srcId="{AD9DD1B7-52AF-4377-96FB-D439F9E9D484}" destId="{02E49A53-883E-45F6-BBD3-53F343CAAC46}" srcOrd="10" destOrd="0" presId="urn:microsoft.com/office/officeart/2005/8/layout/list1"/>
    <dgm:cxn modelId="{0797AFA9-AC60-4C05-A6EA-D4D35730B986}" type="presParOf" srcId="{AD9DD1B7-52AF-4377-96FB-D439F9E9D484}" destId="{BFB31483-9F82-417A-B4B3-95BA5A0509E7}" srcOrd="11" destOrd="0" presId="urn:microsoft.com/office/officeart/2005/8/layout/list1"/>
    <dgm:cxn modelId="{619F6968-3459-43E2-B21A-802E36C0D8C6}" type="presParOf" srcId="{AD9DD1B7-52AF-4377-96FB-D439F9E9D484}" destId="{052AC29E-ED23-435B-9F22-8B09F4826A9A}" srcOrd="12" destOrd="0" presId="urn:microsoft.com/office/officeart/2005/8/layout/list1"/>
    <dgm:cxn modelId="{5760B957-EF86-4BE8-90BD-29A7E6B48676}" type="presParOf" srcId="{052AC29E-ED23-435B-9F22-8B09F4826A9A}" destId="{BC0D94BB-AC12-419C-90B6-B435AB53CA20}" srcOrd="0" destOrd="0" presId="urn:microsoft.com/office/officeart/2005/8/layout/list1"/>
    <dgm:cxn modelId="{FC414694-FD05-4038-BA08-01B89733A38B}" type="presParOf" srcId="{052AC29E-ED23-435B-9F22-8B09F4826A9A}" destId="{D81D9EB7-8D2A-47E4-91E7-1F65E3C59098}" srcOrd="1" destOrd="0" presId="urn:microsoft.com/office/officeart/2005/8/layout/list1"/>
    <dgm:cxn modelId="{4526878C-E214-48A6-8AC9-48D44B7B7E0A}" type="presParOf" srcId="{AD9DD1B7-52AF-4377-96FB-D439F9E9D484}" destId="{47603E9A-403E-4A31-A9BD-9E6F0152849F}" srcOrd="13" destOrd="0" presId="urn:microsoft.com/office/officeart/2005/8/layout/list1"/>
    <dgm:cxn modelId="{6AC31DF1-B30C-47ED-95E8-04F3C4650911}" type="presParOf" srcId="{AD9DD1B7-52AF-4377-96FB-D439F9E9D484}" destId="{C01753D5-86F0-4194-ADE5-A775435D845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60B09-F71B-48C0-89F8-F1BCA2C7B6BA}">
      <dsp:nvSpPr>
        <dsp:cNvPr id="0" name=""/>
        <dsp:cNvSpPr/>
      </dsp:nvSpPr>
      <dsp:spPr>
        <a:xfrm>
          <a:off x="0" y="227536"/>
          <a:ext cx="6172199" cy="378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D9C66-6DCE-42E6-AD44-B382AD1079E7}">
      <dsp:nvSpPr>
        <dsp:cNvPr id="0" name=""/>
        <dsp:cNvSpPr/>
      </dsp:nvSpPr>
      <dsp:spPr>
        <a:xfrm>
          <a:off x="308610" y="6136"/>
          <a:ext cx="4320540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baseline="0" dirty="0"/>
            <a:t>Korte </a:t>
          </a:r>
          <a:r>
            <a:rPr lang="en-GB" sz="1500" b="0" i="0" kern="1200" baseline="0" dirty="0" err="1"/>
            <a:t>Geschiedenis</a:t>
          </a:r>
          <a:endParaRPr lang="en-US" sz="1500" kern="1200" dirty="0"/>
        </a:p>
      </dsp:txBody>
      <dsp:txXfrm>
        <a:off x="330226" y="27752"/>
        <a:ext cx="4277308" cy="399568"/>
      </dsp:txXfrm>
    </dsp:sp>
    <dsp:sp modelId="{B99AFFB2-082B-4D96-8BB3-62FF215DE3B7}">
      <dsp:nvSpPr>
        <dsp:cNvPr id="0" name=""/>
        <dsp:cNvSpPr/>
      </dsp:nvSpPr>
      <dsp:spPr>
        <a:xfrm>
          <a:off x="0" y="907936"/>
          <a:ext cx="6172199" cy="137025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31" tIns="312420" rIns="47903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 baseline="0" dirty="0"/>
            <a:t>Randomizer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 baseline="0"/>
            <a:t>Tetris stacking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 baseline="0" dirty="0"/>
            <a:t>T-Spins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Technieken</a:t>
          </a:r>
          <a:endParaRPr lang="en-US" sz="1500" kern="1200" dirty="0"/>
        </a:p>
      </dsp:txBody>
      <dsp:txXfrm>
        <a:off x="0" y="907936"/>
        <a:ext cx="6172199" cy="1370250"/>
      </dsp:txXfrm>
    </dsp:sp>
    <dsp:sp modelId="{B2BDFA21-F833-4F7F-90D5-2BCA4A976FF8}">
      <dsp:nvSpPr>
        <dsp:cNvPr id="0" name=""/>
        <dsp:cNvSpPr/>
      </dsp:nvSpPr>
      <dsp:spPr>
        <a:xfrm>
          <a:off x="308610" y="686536"/>
          <a:ext cx="4320540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baseline="0"/>
            <a:t>Klassieke Tetris</a:t>
          </a:r>
          <a:endParaRPr lang="en-US" sz="1500" kern="1200"/>
        </a:p>
      </dsp:txBody>
      <dsp:txXfrm>
        <a:off x="330226" y="708152"/>
        <a:ext cx="4277308" cy="399568"/>
      </dsp:txXfrm>
    </dsp:sp>
    <dsp:sp modelId="{02E49A53-883E-45F6-BBD3-53F343CAAC46}">
      <dsp:nvSpPr>
        <dsp:cNvPr id="0" name=""/>
        <dsp:cNvSpPr/>
      </dsp:nvSpPr>
      <dsp:spPr>
        <a:xfrm>
          <a:off x="0" y="2580586"/>
          <a:ext cx="6172199" cy="16065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31" tIns="312420" rIns="47903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 baseline="0" dirty="0"/>
            <a:t>7Bag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Sliding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 baseline="0" dirty="0"/>
            <a:t>Perfect Clear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 baseline="0"/>
            <a:t>4Wide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 baseline="0" dirty="0"/>
            <a:t>Openers</a:t>
          </a:r>
          <a:endParaRPr lang="en-US" sz="1500" kern="1200" dirty="0"/>
        </a:p>
      </dsp:txBody>
      <dsp:txXfrm>
        <a:off x="0" y="2580586"/>
        <a:ext cx="6172199" cy="1606500"/>
      </dsp:txXfrm>
    </dsp:sp>
    <dsp:sp modelId="{B3E73FEF-E897-4AAF-A7EB-6B4B7E351560}">
      <dsp:nvSpPr>
        <dsp:cNvPr id="0" name=""/>
        <dsp:cNvSpPr/>
      </dsp:nvSpPr>
      <dsp:spPr>
        <a:xfrm>
          <a:off x="308610" y="2359186"/>
          <a:ext cx="4320540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baseline="0"/>
            <a:t>Moderne Tetris</a:t>
          </a:r>
          <a:endParaRPr lang="en-US" sz="1500" kern="1200"/>
        </a:p>
      </dsp:txBody>
      <dsp:txXfrm>
        <a:off x="330226" y="2380802"/>
        <a:ext cx="4277308" cy="399568"/>
      </dsp:txXfrm>
    </dsp:sp>
    <dsp:sp modelId="{C01753D5-86F0-4194-ADE5-A775435D8458}">
      <dsp:nvSpPr>
        <dsp:cNvPr id="0" name=""/>
        <dsp:cNvSpPr/>
      </dsp:nvSpPr>
      <dsp:spPr>
        <a:xfrm>
          <a:off x="0" y="4489486"/>
          <a:ext cx="6172199" cy="378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D9EB7-8D2A-47E4-91E7-1F65E3C59098}">
      <dsp:nvSpPr>
        <dsp:cNvPr id="0" name=""/>
        <dsp:cNvSpPr/>
      </dsp:nvSpPr>
      <dsp:spPr>
        <a:xfrm>
          <a:off x="308610" y="4268086"/>
          <a:ext cx="4320540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 baseline="0"/>
            <a:t>The End</a:t>
          </a:r>
          <a:endParaRPr lang="en-US" sz="1500" kern="1200"/>
        </a:p>
      </dsp:txBody>
      <dsp:txXfrm>
        <a:off x="330226" y="4289702"/>
        <a:ext cx="427730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0C69C-1A26-665A-9BDB-26C961FB7DC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 b="1" cap="all" spc="1500">
                <a:ea typeface="Source Sans Pro SemiBold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B3F04-7F7E-ACAC-87EB-7EA26BFF49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 cap="all" spc="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4" name="Graphic 185">
            <a:extLst>
              <a:ext uri="{FF2B5EF4-FFF2-40B4-BE49-F238E27FC236}">
                <a16:creationId xmlns:a16="http://schemas.microsoft.com/office/drawing/2014/main" id="{4FA43870-C924-F3EB-4557-529EA235F02E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5" name="Freeform: Shape 7">
              <a:extLst>
                <a:ext uri="{FF2B5EF4-FFF2-40B4-BE49-F238E27FC236}">
                  <a16:creationId xmlns:a16="http://schemas.microsoft.com/office/drawing/2014/main" id="{DE8BA730-DCB5-E911-95BF-811E1B717873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12FDBE92-6072-5F8E-04A8-031AFEE92ABB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072BB158-0E59-F691-BEBE-2B06204EC96F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9ABC88B6-7E99-A935-5498-635CE080653E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D84C61A-E3AE-135F-D34C-0EF65459367A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60DD48C-82D2-24D9-83D3-F5CCC0E123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A105CCE8-6644-4240-914D-6BD7CE114A7E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787594B-996B-1F76-6F31-9287832068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F5F5ABA-C5DE-8F2D-A1CB-4B57D7DA88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A638D950-ED21-4CAF-BCB6-67DCB6738110}" type="slidenum">
              <a:t>‹nr.›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A1BD3500-DEEF-B83B-8C6E-B36C1F78059E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3345955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AC76-42EB-D1BF-FD73-A05392BC5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725A9-E0C8-4B4E-A032-F35807A2360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aphic 185">
            <a:extLst>
              <a:ext uri="{FF2B5EF4-FFF2-40B4-BE49-F238E27FC236}">
                <a16:creationId xmlns:a16="http://schemas.microsoft.com/office/drawing/2014/main" id="{C36CA9E3-CCA3-779B-137C-9335572F3D19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5" name="Freeform: Shape 8">
              <a:extLst>
                <a:ext uri="{FF2B5EF4-FFF2-40B4-BE49-F238E27FC236}">
                  <a16:creationId xmlns:a16="http://schemas.microsoft.com/office/drawing/2014/main" id="{468C369C-D3BE-8B06-6133-9FF0415F02B4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0B54A2BF-F177-6110-47BD-59DD40DEE184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10">
              <a:extLst>
                <a:ext uri="{FF2B5EF4-FFF2-40B4-BE49-F238E27FC236}">
                  <a16:creationId xmlns:a16="http://schemas.microsoft.com/office/drawing/2014/main" id="{C7C0E7F7-B8BD-7E10-7411-92843C1AC6FF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1">
              <a:extLst>
                <a:ext uri="{FF2B5EF4-FFF2-40B4-BE49-F238E27FC236}">
                  <a16:creationId xmlns:a16="http://schemas.microsoft.com/office/drawing/2014/main" id="{53A6880A-0F1A-B127-3955-560B809BD75B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6246ACA7-FD9C-815F-2333-BEC207CF1BBE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BDF720D-9215-6C9B-B423-E8FFC68746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00964BE5-B455-46FE-A0D1-CD639A2039D8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345DBBE-FE8C-B5AE-66C5-316C5FB77E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906A7BD-09D9-AD5B-9AA4-4298C463377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52DF4671-898B-4D54-A376-ACE8409DE83F}" type="slidenum">
              <a:t>‹nr.›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F575A5D8-99F4-6487-5618-C032391D801C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2377488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6EAB-EE87-CCDF-CC0F-24523B7B3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5B4AA-65AC-66F7-41C5-49268CE63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aphic 185">
            <a:extLst>
              <a:ext uri="{FF2B5EF4-FFF2-40B4-BE49-F238E27FC236}">
                <a16:creationId xmlns:a16="http://schemas.microsoft.com/office/drawing/2014/main" id="{E19F7C1B-3099-C47D-D54C-B0641D903059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5" name="Freeform: Shape 7">
              <a:extLst>
                <a:ext uri="{FF2B5EF4-FFF2-40B4-BE49-F238E27FC236}">
                  <a16:creationId xmlns:a16="http://schemas.microsoft.com/office/drawing/2014/main" id="{42D1A200-2723-96C5-E11C-4378DB633785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F41BEB02-B83F-A2B9-4651-72C20DFCFF83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EE7024DC-E6BC-B94E-1149-80F4F58215DA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59C09582-252F-8DA5-3156-0C6C138FB2F0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46E6414C-6363-85F1-7D0E-DFF40BF25C05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0552DE1-6187-8FA5-CBAA-7D679929D4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59337E37-8843-42A6-83E2-9EC41DD14F47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F0F20B9-93E9-E301-0BF3-4F84F27028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1DFDD06-0313-6D3A-DB57-D712C1F892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FCAC0E75-FDA1-4F6D-8238-8D88F9579B14}" type="slidenum">
              <a:t>‹nr.›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8799C5D3-2A9D-880B-FDE4-E55924F07F8F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27393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21A2-B3F0-845C-D504-9DA979A76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B556B-5DD5-712F-BF22-2A9CC0F5684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B55C4-9992-E0BE-3B0A-3623D6F1C4C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185">
            <a:extLst>
              <a:ext uri="{FF2B5EF4-FFF2-40B4-BE49-F238E27FC236}">
                <a16:creationId xmlns:a16="http://schemas.microsoft.com/office/drawing/2014/main" id="{F0897FF5-A345-3E72-ADF8-5879D0A89EC0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8ACB522C-F171-9E84-1F45-2C9CDDA38926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AB1D5CE7-97DB-FC3A-56A2-79B004D23D7F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EAAA4DE8-4BDA-333B-F712-190C0491E589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6010D6E5-7FCF-3B38-5842-0B3EA105BD08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673BA43-E24B-A49B-1E13-D75243E3CF0D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573DDBC3-9B28-366E-5AED-549F7A7C3A8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7FDB2930-DF99-450C-88E3-838E5E56D5CE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2B1942F-FE1D-B70A-8997-C5BCBCA6222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CD6C134-44B5-53B4-96CF-874D4307C1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E49E97F9-D3EA-48D8-ACD5-B668F90111E5}" type="slidenum">
              <a:t>‹nr.›</a:t>
            </a:fld>
            <a:endParaRPr lang="en-US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6F5840DF-0B19-184B-27D0-03E5A5F987FC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66686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9D67-49EF-4695-B8DF-6825CE9D51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9CAF9-0D14-CADA-3514-489E949A6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D67A7-1AC2-A2A3-7640-4EA2735690D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09D05-307B-19C1-D136-AC5B66ACF03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B1085-0688-FC61-60DD-CC3E5A8D522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D9717A55-5AB9-C99D-0F89-85F8C6D1A943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6D239432-CCEA-E637-4331-B0E85D6705B4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124EDA3-CA7B-0BFD-ABF5-67762D0BDB47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7A151950-938E-17BA-9455-C6BD966B5342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90BA42F-9E82-4660-69BD-997DF372F3D5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07B82F3-C4BF-A3B8-13CA-62F58B440063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3" name="Date Placeholder 6">
            <a:extLst>
              <a:ext uri="{FF2B5EF4-FFF2-40B4-BE49-F238E27FC236}">
                <a16:creationId xmlns:a16="http://schemas.microsoft.com/office/drawing/2014/main" id="{7B5B9514-6B55-0C31-A9FA-8EC5267A05B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B173F3FE-24D8-432A-B1E2-3C4C3FC5C153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D9124AE1-20C2-2685-1142-D1A374B0FDB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3D7A7D3C-ED02-8530-1BD8-C9B6869541C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FB6E7964-637E-486D-80B4-D92E19A046C8}" type="slidenum">
              <a:t>‹nr.›</a:t>
            </a:fld>
            <a:endParaRPr lang="en-US"/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3DB85473-2614-FEE5-504B-6367B8BA7CA9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3875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1529B-E3AF-AB5F-FE5F-F7D5CB508E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3" name="Graphic 185">
            <a:extLst>
              <a:ext uri="{FF2B5EF4-FFF2-40B4-BE49-F238E27FC236}">
                <a16:creationId xmlns:a16="http://schemas.microsoft.com/office/drawing/2014/main" id="{7572DEE0-9631-4933-6F3B-E804214F4396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4" name="Freeform: Shape 6">
              <a:extLst>
                <a:ext uri="{FF2B5EF4-FFF2-40B4-BE49-F238E27FC236}">
                  <a16:creationId xmlns:a16="http://schemas.microsoft.com/office/drawing/2014/main" id="{51414248-5180-64DD-A0ED-B63C52E86C64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" name="Freeform: Shape 7">
              <a:extLst>
                <a:ext uri="{FF2B5EF4-FFF2-40B4-BE49-F238E27FC236}">
                  <a16:creationId xmlns:a16="http://schemas.microsoft.com/office/drawing/2014/main" id="{F47DECF0-BEED-758C-9C53-989BAA9BEEC9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37039094-3A4F-E405-BBE1-B25C427CE088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450A2F4E-804E-D5CA-3552-AD9A90F24FF4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D291BCEB-5A7D-7BCE-7ABF-3BB9796BAC92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31DD82AF-6E88-20B0-3660-533619E6D24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971E3922-DF76-4C84-81FF-FC17DB129290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06E3A2D-D14F-F334-8D7F-0F97071E86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59D1F3E8-B25A-FFBC-1E1D-72CC1FB27FF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AE7422B0-7A51-43F8-A13C-F1E98DB7D123}" type="slidenum">
              <a:t>‹nr.›</a:t>
            </a:fld>
            <a:endParaRPr lang="en-US"/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B46E558E-7D47-8DCA-067D-025733B3380D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18407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185">
            <a:extLst>
              <a:ext uri="{FF2B5EF4-FFF2-40B4-BE49-F238E27FC236}">
                <a16:creationId xmlns:a16="http://schemas.microsoft.com/office/drawing/2014/main" id="{FE0AAB4A-D921-78A0-1589-7C5B2BA05FDF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3" name="Freeform: Shape 5">
              <a:extLst>
                <a:ext uri="{FF2B5EF4-FFF2-40B4-BE49-F238E27FC236}">
                  <a16:creationId xmlns:a16="http://schemas.microsoft.com/office/drawing/2014/main" id="{D7BF88D1-A14C-E5EB-0AFD-43BA9130D592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" name="Freeform: Shape 6">
              <a:extLst>
                <a:ext uri="{FF2B5EF4-FFF2-40B4-BE49-F238E27FC236}">
                  <a16:creationId xmlns:a16="http://schemas.microsoft.com/office/drawing/2014/main" id="{F323487A-47F4-23D1-2952-3597FBDB88EA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" name="Freeform: Shape 7">
              <a:extLst>
                <a:ext uri="{FF2B5EF4-FFF2-40B4-BE49-F238E27FC236}">
                  <a16:creationId xmlns:a16="http://schemas.microsoft.com/office/drawing/2014/main" id="{971F7B7D-3A2F-CDEE-961D-E8D18E17453D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E33ABED6-6F18-C016-0568-4D5C78879B80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0E63984B-2D7D-F4AA-02AA-2D4F97CC2D18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30070FCA-6B74-1ECC-E406-569FA943E7E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FD3ACF2A-0D02-4D64-A855-A4874953E4C2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B4705B1-CF5E-6EEA-D5FE-B30B3B9D91A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02C8304-A9B4-E963-8C31-69B84E53BD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C16C097C-3E28-4096-A376-A296718B7B2E}" type="slidenum">
              <a:t>‹nr.›</a:t>
            </a:fld>
            <a:endParaRPr lang="en-US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0524EAB4-CF3A-4954-D933-6A73A0CB4E2D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50942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80A3-9F6E-E0D5-995B-609DAEE277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CF37-2C9B-934C-1C39-C28C84D9DAF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D2FC7-5521-C028-B501-030D86A8DCF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aphic 185">
            <a:extLst>
              <a:ext uri="{FF2B5EF4-FFF2-40B4-BE49-F238E27FC236}">
                <a16:creationId xmlns:a16="http://schemas.microsoft.com/office/drawing/2014/main" id="{B459AB27-A635-4BAC-0290-D5781B4DAC7E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27FE2136-779A-94A2-910B-8B1A1DC355F0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36F36E11-E0DA-8237-6821-69EC469E7FCC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7BCD832-0AEB-E5A0-8B3C-E9237F6969DB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D31F592C-E6FA-E84B-A496-89FCD7E85F03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20D0E0E-49C0-B663-E9D1-8836F10EA3FC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C23FBC06-F78D-6DC3-D588-83F7499AB9B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1973EC18-74AA-4AD0-8F54-34EB894F6298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306FE7FC-10C6-1CB3-E587-E65C91D2A12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15A8753-DB99-A89C-B69C-EBA8F8B3FA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43F09395-73E3-4FC0-991D-121D76A554D1}" type="slidenum">
              <a:t>‹nr.›</a:t>
            </a:fld>
            <a:endParaRPr lang="en-US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F60B9D7C-8A82-553A-FDBA-8C1D33483644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22651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27B9-AD1C-2FCE-0F8D-A736403343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8ED76-FB9A-1854-0F0C-8A984B9E5ECF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55E8-AB95-84A1-D644-1444A5AF398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B9793D8-6C53-BBFD-3422-DA4E62DCF3B9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6C7258D7-EB05-6577-C15A-A5A7EAAFD9DC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40873B05-5090-9FE8-E6B4-425147C1CA0C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ED95AF47-B7DA-5BE8-FA97-74FEAE3E3619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78F412AA-B30C-0E5D-9550-7D37AE07E0F3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05DA5095-61C4-1A75-E4C1-5CCA9CFCFCD9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BE49C8B5-DFD3-B37D-02D2-671EEBBBE1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79FABC8D-C22F-4386-808E-2F497F6C8C30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17D96F6-0C0E-2E97-56CB-48E5A270F6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518AC0D-0B4A-798C-6BDB-66D5173CB1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E715B166-597A-43FB-9436-D896B0804E5C}" type="slidenum">
              <a:t>‹nr.›</a:t>
            </a:fld>
            <a:endParaRPr lang="en-US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E4BC254C-ED21-C8F6-6407-43C8EDF803A7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09919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4053-394A-CF60-C3EF-5FE9BAF8AC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9530-3E00-4B88-46DB-829D3798EB8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1825627"/>
            <a:ext cx="10515600" cy="4351336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aphic 185">
            <a:extLst>
              <a:ext uri="{FF2B5EF4-FFF2-40B4-BE49-F238E27FC236}">
                <a16:creationId xmlns:a16="http://schemas.microsoft.com/office/drawing/2014/main" id="{377BE911-F24A-27C2-C5E4-DACE6191AE21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5" name="Freeform: Shape 7">
              <a:extLst>
                <a:ext uri="{FF2B5EF4-FFF2-40B4-BE49-F238E27FC236}">
                  <a16:creationId xmlns:a16="http://schemas.microsoft.com/office/drawing/2014/main" id="{BA29DCEF-69C1-1D5E-8CC7-2F8F70BC8349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537F2476-1498-4C2C-C57A-849FA5B01FDC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48CC2FB0-E7AC-EDE5-BAE3-A6A5F0A22C73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FD9CB1C7-C9B0-DB24-1582-E1F6078EA4C3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6F7E30C-679F-C7E3-4554-B2D10ADFC98D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4AD6794-DE27-9AD9-16B9-8FB331E4C8B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A46073B9-46B2-4203-82B1-5C069ADF53DB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56417BD-F0C2-01D4-C51E-C8D29D3317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315A737-6081-B17E-52E7-1EDFE4D5B9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38E28AFD-62AE-4700-A255-64CD40D56E58}" type="slidenum">
              <a:t>‹nr.›</a:t>
            </a:fld>
            <a:endParaRPr lang="en-US"/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2A146384-403F-2555-C067-AB814F732F77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07000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1BAD6-6F01-FB02-A21E-305F94A1543A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2DEA0-8CAC-62F8-89C4-B4C30FBB8E1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aphic 185">
            <a:extLst>
              <a:ext uri="{FF2B5EF4-FFF2-40B4-BE49-F238E27FC236}">
                <a16:creationId xmlns:a16="http://schemas.microsoft.com/office/drawing/2014/main" id="{67439E9F-446A-E161-81D9-F12A901E57B8}"/>
              </a:ext>
            </a:extLst>
          </p:cNvPr>
          <p:cNvGrpSpPr/>
          <p:nvPr/>
        </p:nvGrpSpPr>
        <p:grpSpPr>
          <a:xfrm>
            <a:off x="10999564" y="5987061"/>
            <a:ext cx="1054467" cy="469690"/>
            <a:chOff x="10999564" y="5987061"/>
            <a:chExt cx="1054467" cy="469690"/>
          </a:xfrm>
        </p:grpSpPr>
        <p:sp>
          <p:nvSpPr>
            <p:cNvPr id="5" name="Freeform: Shape 7">
              <a:extLst>
                <a:ext uri="{FF2B5EF4-FFF2-40B4-BE49-F238E27FC236}">
                  <a16:creationId xmlns:a16="http://schemas.microsoft.com/office/drawing/2014/main" id="{A5C1F07D-D3FC-2C23-835B-2B2C523F7CF0}"/>
                </a:ext>
              </a:extLst>
            </p:cNvPr>
            <p:cNvSpPr/>
            <p:nvPr/>
          </p:nvSpPr>
          <p:spPr>
            <a:xfrm>
              <a:off x="10999564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ADEECAFE-8541-303C-C6F9-1E6BA71F20A7}"/>
                </a:ext>
              </a:extLst>
            </p:cNvPr>
            <p:cNvSpPr/>
            <p:nvPr/>
          </p:nvSpPr>
          <p:spPr>
            <a:xfrm>
              <a:off x="1117436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80949CB9-2791-72B6-A8F2-61F0923E45E8}"/>
                </a:ext>
              </a:extLst>
            </p:cNvPr>
            <p:cNvSpPr/>
            <p:nvPr/>
          </p:nvSpPr>
          <p:spPr>
            <a:xfrm>
              <a:off x="1134915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E0B066EF-E1EB-1DFA-5F01-956E01E5DFC9}"/>
                </a:ext>
              </a:extLst>
            </p:cNvPr>
            <p:cNvSpPr/>
            <p:nvPr/>
          </p:nvSpPr>
          <p:spPr>
            <a:xfrm>
              <a:off x="1152396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00278F02-4E0A-47D4-320E-B719862D1C48}"/>
                </a:ext>
              </a:extLst>
            </p:cNvPr>
            <p:cNvSpPr/>
            <p:nvPr/>
          </p:nvSpPr>
          <p:spPr>
            <a:xfrm>
              <a:off x="1169876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81645AF-1015-D167-B46F-1121F4F526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02C832C2-C5DE-4497-8951-4E75DECC5741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A3522A1-3B79-F480-4EF4-B9A3BD1642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8603" y="6356351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8CCCE2-6347-8CE0-C6E2-C7B30CD035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D8E25F59-9BDE-4BA1-AB27-B7A38D296105}" type="slidenum">
              <a:t>‹nr.›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53A7AA7D-F8AC-03B5-5B3E-F41513E493B2}"/>
              </a:ext>
            </a:extLst>
          </p:cNvPr>
          <p:cNvSpPr/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47336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A5D139-3FD6-8AC6-13C6-CF73A05AEE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431D9-0028-34EB-C9B0-8CD1A3926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F11A3-4CAC-6F4B-521A-4C322FD8425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1" i="0" u="none" strike="noStrike" kern="1200" cap="all" spc="100" baseline="0">
                <a:solidFill>
                  <a:srgbClr val="FFFFFF"/>
                </a:solidFill>
                <a:uFillTx/>
                <a:latin typeface="Source Sans Pro"/>
                <a:ea typeface="Source Sans Pro SemiBold" pitchFamily="34"/>
              </a:defRPr>
            </a:lvl1pPr>
          </a:lstStyle>
          <a:p>
            <a:pPr lvl="0"/>
            <a:fld id="{CD11542F-96B3-4941-8E1B-1889CBDC1DA7}" type="datetime1">
              <a:rPr lang="en-US"/>
              <a:pPr lvl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5CA8-2373-F5C9-FDCC-5E8BBD63980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1" i="0" u="none" strike="noStrike" kern="1200" cap="all" spc="100" baseline="0">
                <a:solidFill>
                  <a:srgbClr val="FFFFFF"/>
                </a:solidFill>
                <a:uFillTx/>
                <a:latin typeface="Source Sans Pro"/>
                <a:ea typeface="Source Sans Pro SemiBold" pitchFamily="34"/>
              </a:defRPr>
            </a:lvl1pPr>
          </a:lstStyle>
          <a:p>
            <a:pPr lvl="0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CF890-79C6-5236-14E9-023C6725C2D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1" i="0" u="none" strike="noStrike" kern="1200" cap="all" spc="100" baseline="0">
                <a:solidFill>
                  <a:srgbClr val="FFFFFF"/>
                </a:solidFill>
                <a:uFillTx/>
                <a:latin typeface="Source Sans Pro"/>
                <a:ea typeface="Source Sans Pro SemiBold" pitchFamily="34"/>
              </a:defRPr>
            </a:lvl1pPr>
          </a:lstStyle>
          <a:p>
            <a:pPr lvl="0"/>
            <a:fld id="{35F8C696-C0D2-459A-93B0-1982C5246629}" type="slidenum"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FFFFFF"/>
          </a:solidFill>
          <a:uFillTx/>
          <a:latin typeface="Source Sans Pro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FFFFFF"/>
          </a:solidFill>
          <a:uFillTx/>
          <a:latin typeface="Source Sans Pro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FFFFFF"/>
          </a:solidFill>
          <a:uFillTx/>
          <a:latin typeface="Source Sans Pro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FFFFFF"/>
          </a:solidFill>
          <a:uFillTx/>
          <a:latin typeface="Source Sans Pro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FFFFFF"/>
          </a:solidFill>
          <a:uFillTx/>
          <a:latin typeface="Source Sans Pro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FFFFFF"/>
          </a:solidFill>
          <a:uFillTx/>
          <a:latin typeface="Source Sans Pro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media" Target="../media/media3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video" Target="../media/media4.mp4"/><Relationship Id="rId5" Type="http://schemas.microsoft.com/office/2007/relationships/media" Target="../media/media4.mp4"/><Relationship Id="rId10" Type="http://schemas.openxmlformats.org/officeDocument/2006/relationships/image" Target="../media/image13.png"/><Relationship Id="rId4" Type="http://schemas.openxmlformats.org/officeDocument/2006/relationships/video" Target="../media/media3.mp4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E5B23-D343-DFD5-DFFD-0AC81205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067AC3B-E031-9AC8-54FB-5DA18B37A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77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57">
            <a:extLst>
              <a:ext uri="{FF2B5EF4-FFF2-40B4-BE49-F238E27FC236}">
                <a16:creationId xmlns:a16="http://schemas.microsoft.com/office/drawing/2014/main" id="{CFF1AE4B-7423-2C65-AA35-F075D7A4E1CC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BB760CEA-85B2-780D-B9FA-641D556E5BA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726582" y="685681"/>
            <a:ext cx="4203323" cy="3596198"/>
          </a:xfrm>
        </p:spPr>
        <p:txBody>
          <a:bodyPr anchorCtr="0"/>
          <a:lstStyle/>
          <a:p>
            <a:pPr lvl="0" algn="r"/>
            <a:r>
              <a:rPr lang="nl-NL" dirty="0"/>
              <a:t>Tetris</a:t>
            </a:r>
          </a:p>
        </p:txBody>
      </p:sp>
      <p:sp>
        <p:nvSpPr>
          <p:cNvPr id="4" name="Ondertitel 2">
            <a:extLst>
              <a:ext uri="{FF2B5EF4-FFF2-40B4-BE49-F238E27FC236}">
                <a16:creationId xmlns:a16="http://schemas.microsoft.com/office/drawing/2014/main" id="{36DFA2A3-B26D-7B4C-B71B-22F378E3A6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726582" y="4373959"/>
            <a:ext cx="4203323" cy="1143292"/>
          </a:xfrm>
        </p:spPr>
        <p:txBody>
          <a:bodyPr anchorCtr="0"/>
          <a:lstStyle/>
          <a:p>
            <a:r>
              <a:rPr lang="en-US" dirty="0"/>
              <a:t>At the next level</a:t>
            </a:r>
          </a:p>
        </p:txBody>
      </p:sp>
      <p:grpSp>
        <p:nvGrpSpPr>
          <p:cNvPr id="5" name="Group 1059">
            <a:extLst>
              <a:ext uri="{FF2B5EF4-FFF2-40B4-BE49-F238E27FC236}">
                <a16:creationId xmlns:a16="http://schemas.microsoft.com/office/drawing/2014/main" id="{42126774-14DF-5AD1-45BC-7C28E790F92D}"/>
              </a:ext>
            </a:extLst>
          </p:cNvPr>
          <p:cNvGrpSpPr/>
          <p:nvPr/>
        </p:nvGrpSpPr>
        <p:grpSpPr>
          <a:xfrm>
            <a:off x="1508010" y="1361349"/>
            <a:ext cx="4833902" cy="4258177"/>
            <a:chOff x="1508010" y="1361349"/>
            <a:chExt cx="4833902" cy="4258177"/>
          </a:xfrm>
        </p:grpSpPr>
        <p:sp>
          <p:nvSpPr>
            <p:cNvPr id="6" name="Rectangle 1060">
              <a:extLst>
                <a:ext uri="{FF2B5EF4-FFF2-40B4-BE49-F238E27FC236}">
                  <a16:creationId xmlns:a16="http://schemas.microsoft.com/office/drawing/2014/main" id="{ADDFCF9D-04B6-F429-B8BD-D7AE2E070BAA}"/>
                </a:ext>
              </a:extLst>
            </p:cNvPr>
            <p:cNvSpPr/>
            <p:nvPr/>
          </p:nvSpPr>
          <p:spPr>
            <a:xfrm>
              <a:off x="1508010" y="1361349"/>
              <a:ext cx="4833902" cy="425817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  <p:sp>
          <p:nvSpPr>
            <p:cNvPr id="7" name="Rectangle 1061">
              <a:extLst>
                <a:ext uri="{FF2B5EF4-FFF2-40B4-BE49-F238E27FC236}">
                  <a16:creationId xmlns:a16="http://schemas.microsoft.com/office/drawing/2014/main" id="{AE78E09A-7111-A4E5-57E8-DB8BA588FFF0}"/>
                </a:ext>
              </a:extLst>
            </p:cNvPr>
            <p:cNvSpPr/>
            <p:nvPr/>
          </p:nvSpPr>
          <p:spPr>
            <a:xfrm>
              <a:off x="1508010" y="1361349"/>
              <a:ext cx="4833902" cy="4258177"/>
            </a:xfrm>
            <a:prstGeom prst="rect">
              <a:avLst/>
            </a:prstGeom>
            <a:solidFill>
              <a:srgbClr val="21C46B">
                <a:alpha val="20000"/>
              </a:srgbClr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</p:grpSp>
      <p:sp>
        <p:nvSpPr>
          <p:cNvPr id="8" name="Freeform: Shape 1063">
            <a:extLst>
              <a:ext uri="{FF2B5EF4-FFF2-40B4-BE49-F238E27FC236}">
                <a16:creationId xmlns:a16="http://schemas.microsoft.com/office/drawing/2014/main" id="{B4B56EB6-A163-EC2D-170D-2F3930857E5B}"/>
              </a:ext>
            </a:extLst>
          </p:cNvPr>
          <p:cNvSpPr>
            <a:spLocks noMove="1" noResize="1"/>
          </p:cNvSpPr>
          <p:nvPr/>
        </p:nvSpPr>
        <p:spPr>
          <a:xfrm>
            <a:off x="0" y="1580037"/>
            <a:ext cx="1861855" cy="27777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861854"/>
              <a:gd name="f7" fmla="val 277779"/>
              <a:gd name="f8" fmla="val 180458"/>
              <a:gd name="f9" fmla="val 419222"/>
              <a:gd name="f10" fmla="val 238761"/>
              <a:gd name="f11" fmla="val 657984"/>
              <a:gd name="f12" fmla="val 896745"/>
              <a:gd name="f13" fmla="val 1135754"/>
              <a:gd name="f14" fmla="val 1374516"/>
              <a:gd name="f15" fmla="val 1613277"/>
              <a:gd name="f16" fmla="val 248577"/>
              <a:gd name="f17" fmla="val 1842470"/>
              <a:gd name="f18" fmla="val 267963"/>
              <a:gd name="f19" fmla="val 39017"/>
              <a:gd name="f20" fmla="val 219283"/>
              <a:gd name="f21" fmla="+- 0 0 -90"/>
              <a:gd name="f22" fmla="*/ f3 1 1861854"/>
              <a:gd name="f23" fmla="*/ f4 1 277779"/>
              <a:gd name="f24" fmla="val f5"/>
              <a:gd name="f25" fmla="val f6"/>
              <a:gd name="f26" fmla="val f7"/>
              <a:gd name="f27" fmla="*/ f21 f0 1"/>
              <a:gd name="f28" fmla="+- f26 0 f24"/>
              <a:gd name="f29" fmla="+- f25 0 f24"/>
              <a:gd name="f30" fmla="*/ f27 1 f2"/>
              <a:gd name="f31" fmla="*/ f29 1 1861854"/>
              <a:gd name="f32" fmla="*/ f28 1 277779"/>
              <a:gd name="f33" fmla="*/ 180458 f29 1"/>
              <a:gd name="f34" fmla="*/ 0 f28 1"/>
              <a:gd name="f35" fmla="*/ 419222 f29 1"/>
              <a:gd name="f36" fmla="*/ 238761 f28 1"/>
              <a:gd name="f37" fmla="*/ 657984 f29 1"/>
              <a:gd name="f38" fmla="*/ 896745 f29 1"/>
              <a:gd name="f39" fmla="*/ 1135754 f29 1"/>
              <a:gd name="f40" fmla="*/ 1374516 f29 1"/>
              <a:gd name="f41" fmla="*/ 1613277 f29 1"/>
              <a:gd name="f42" fmla="*/ 1861854 f29 1"/>
              <a:gd name="f43" fmla="*/ 248577 f28 1"/>
              <a:gd name="f44" fmla="*/ 1842470 f29 1"/>
              <a:gd name="f45" fmla="*/ 267963 f28 1"/>
              <a:gd name="f46" fmla="*/ 39017 f28 1"/>
              <a:gd name="f47" fmla="*/ 277779 f28 1"/>
              <a:gd name="f48" fmla="*/ 0 f29 1"/>
              <a:gd name="f49" fmla="*/ 219283 f28 1"/>
              <a:gd name="f50" fmla="*/ 180458 f28 1"/>
              <a:gd name="f51" fmla="+- f30 0 f1"/>
              <a:gd name="f52" fmla="*/ f33 1 1861854"/>
              <a:gd name="f53" fmla="*/ f34 1 277779"/>
              <a:gd name="f54" fmla="*/ f35 1 1861854"/>
              <a:gd name="f55" fmla="*/ f36 1 277779"/>
              <a:gd name="f56" fmla="*/ f37 1 1861854"/>
              <a:gd name="f57" fmla="*/ f38 1 1861854"/>
              <a:gd name="f58" fmla="*/ f39 1 1861854"/>
              <a:gd name="f59" fmla="*/ f40 1 1861854"/>
              <a:gd name="f60" fmla="*/ f41 1 1861854"/>
              <a:gd name="f61" fmla="*/ f42 1 1861854"/>
              <a:gd name="f62" fmla="*/ f43 1 277779"/>
              <a:gd name="f63" fmla="*/ f44 1 1861854"/>
              <a:gd name="f64" fmla="*/ f45 1 277779"/>
              <a:gd name="f65" fmla="*/ f46 1 277779"/>
              <a:gd name="f66" fmla="*/ f47 1 277779"/>
              <a:gd name="f67" fmla="*/ f48 1 1861854"/>
              <a:gd name="f68" fmla="*/ f49 1 277779"/>
              <a:gd name="f69" fmla="*/ f50 1 277779"/>
              <a:gd name="f70" fmla="*/ f24 1 f31"/>
              <a:gd name="f71" fmla="*/ f25 1 f31"/>
              <a:gd name="f72" fmla="*/ f24 1 f32"/>
              <a:gd name="f73" fmla="*/ f26 1 f32"/>
              <a:gd name="f74" fmla="*/ f52 1 f31"/>
              <a:gd name="f75" fmla="*/ f53 1 f32"/>
              <a:gd name="f76" fmla="*/ f54 1 f31"/>
              <a:gd name="f77" fmla="*/ f55 1 f32"/>
              <a:gd name="f78" fmla="*/ f56 1 f31"/>
              <a:gd name="f79" fmla="*/ f57 1 f31"/>
              <a:gd name="f80" fmla="*/ f58 1 f31"/>
              <a:gd name="f81" fmla="*/ f59 1 f31"/>
              <a:gd name="f82" fmla="*/ f60 1 f31"/>
              <a:gd name="f83" fmla="*/ f61 1 f31"/>
              <a:gd name="f84" fmla="*/ f62 1 f32"/>
              <a:gd name="f85" fmla="*/ f63 1 f31"/>
              <a:gd name="f86" fmla="*/ f64 1 f32"/>
              <a:gd name="f87" fmla="*/ f65 1 f32"/>
              <a:gd name="f88" fmla="*/ f66 1 f32"/>
              <a:gd name="f89" fmla="*/ f67 1 f31"/>
              <a:gd name="f90" fmla="*/ f68 1 f32"/>
              <a:gd name="f91" fmla="*/ f69 1 f32"/>
              <a:gd name="f92" fmla="*/ f70 f22 1"/>
              <a:gd name="f93" fmla="*/ f71 f22 1"/>
              <a:gd name="f94" fmla="*/ f73 f23 1"/>
              <a:gd name="f95" fmla="*/ f72 f23 1"/>
              <a:gd name="f96" fmla="*/ f74 f22 1"/>
              <a:gd name="f97" fmla="*/ f75 f23 1"/>
              <a:gd name="f98" fmla="*/ f76 f22 1"/>
              <a:gd name="f99" fmla="*/ f77 f23 1"/>
              <a:gd name="f100" fmla="*/ f78 f22 1"/>
              <a:gd name="f101" fmla="*/ f79 f22 1"/>
              <a:gd name="f102" fmla="*/ f80 f22 1"/>
              <a:gd name="f103" fmla="*/ f81 f22 1"/>
              <a:gd name="f104" fmla="*/ f82 f22 1"/>
              <a:gd name="f105" fmla="*/ f83 f22 1"/>
              <a:gd name="f106" fmla="*/ f84 f23 1"/>
              <a:gd name="f107" fmla="*/ f85 f22 1"/>
              <a:gd name="f108" fmla="*/ f86 f23 1"/>
              <a:gd name="f109" fmla="*/ f87 f23 1"/>
              <a:gd name="f110" fmla="*/ f88 f23 1"/>
              <a:gd name="f111" fmla="*/ f89 f22 1"/>
              <a:gd name="f112" fmla="*/ f90 f23 1"/>
              <a:gd name="f113" fmla="*/ f91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1">
                <a:pos x="f96" y="f97"/>
              </a:cxn>
              <a:cxn ang="f51">
                <a:pos x="f98" y="f99"/>
              </a:cxn>
              <a:cxn ang="f51">
                <a:pos x="f100" y="f97"/>
              </a:cxn>
              <a:cxn ang="f51">
                <a:pos x="f101" y="f99"/>
              </a:cxn>
              <a:cxn ang="f51">
                <a:pos x="f102" y="f97"/>
              </a:cxn>
              <a:cxn ang="f51">
                <a:pos x="f103" y="f99"/>
              </a:cxn>
              <a:cxn ang="f51">
                <a:pos x="f104" y="f97"/>
              </a:cxn>
              <a:cxn ang="f51">
                <a:pos x="f105" y="f106"/>
              </a:cxn>
              <a:cxn ang="f51">
                <a:pos x="f107" y="f108"/>
              </a:cxn>
              <a:cxn ang="f51">
                <a:pos x="f104" y="f109"/>
              </a:cxn>
              <a:cxn ang="f51">
                <a:pos x="f103" y="f110"/>
              </a:cxn>
              <a:cxn ang="f51">
                <a:pos x="f102" y="f109"/>
              </a:cxn>
              <a:cxn ang="f51">
                <a:pos x="f101" y="f110"/>
              </a:cxn>
              <a:cxn ang="f51">
                <a:pos x="f100" y="f109"/>
              </a:cxn>
              <a:cxn ang="f51">
                <a:pos x="f98" y="f110"/>
              </a:cxn>
              <a:cxn ang="f51">
                <a:pos x="f96" y="f109"/>
              </a:cxn>
              <a:cxn ang="f51">
                <a:pos x="f111" y="f112"/>
              </a:cxn>
              <a:cxn ang="f51">
                <a:pos x="f111" y="f113"/>
              </a:cxn>
            </a:cxnLst>
            <a:rect l="f92" t="f95" r="f93" b="f94"/>
            <a:pathLst>
              <a:path w="1861854" h="277779">
                <a:moveTo>
                  <a:pt x="f8" y="f5"/>
                </a:moveTo>
                <a:lnTo>
                  <a:pt x="f9" y="f10"/>
                </a:lnTo>
                <a:lnTo>
                  <a:pt x="f11" y="f5"/>
                </a:lnTo>
                <a:lnTo>
                  <a:pt x="f12" y="f10"/>
                </a:lnTo>
                <a:lnTo>
                  <a:pt x="f13" y="f5"/>
                </a:lnTo>
                <a:lnTo>
                  <a:pt x="f14" y="f10"/>
                </a:lnTo>
                <a:lnTo>
                  <a:pt x="f15" y="f5"/>
                </a:lnTo>
                <a:lnTo>
                  <a:pt x="f6" y="f16"/>
                </a:lnTo>
                <a:lnTo>
                  <a:pt x="f17" y="f18"/>
                </a:lnTo>
                <a:lnTo>
                  <a:pt x="f15" y="f19"/>
                </a:lnTo>
                <a:lnTo>
                  <a:pt x="f14" y="f7"/>
                </a:lnTo>
                <a:lnTo>
                  <a:pt x="f13" y="f19"/>
                </a:lnTo>
                <a:lnTo>
                  <a:pt x="f12" y="f7"/>
                </a:lnTo>
                <a:lnTo>
                  <a:pt x="f11" y="f19"/>
                </a:lnTo>
                <a:lnTo>
                  <a:pt x="f9" y="f7"/>
                </a:lnTo>
                <a:lnTo>
                  <a:pt x="f8" y="f19"/>
                </a:lnTo>
                <a:lnTo>
                  <a:pt x="f5" y="f20"/>
                </a:lnTo>
                <a:lnTo>
                  <a:pt x="f5" y="f8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9" name="Freeform: Shape 1065">
            <a:extLst>
              <a:ext uri="{FF2B5EF4-FFF2-40B4-BE49-F238E27FC236}">
                <a16:creationId xmlns:a16="http://schemas.microsoft.com/office/drawing/2014/main" id="{D510B1BA-E0BC-1121-44E6-32C2E8DAB6A4}"/>
              </a:ext>
            </a:extLst>
          </p:cNvPr>
          <p:cNvSpPr>
            <a:spLocks noMove="1" noResize="1"/>
          </p:cNvSpPr>
          <p:nvPr/>
        </p:nvSpPr>
        <p:spPr>
          <a:xfrm>
            <a:off x="0" y="2019772"/>
            <a:ext cx="1861855" cy="27777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861854"/>
              <a:gd name="f7" fmla="val 277779"/>
              <a:gd name="f8" fmla="val 180458"/>
              <a:gd name="f9" fmla="val 419222"/>
              <a:gd name="f10" fmla="val 238761"/>
              <a:gd name="f11" fmla="val 657984"/>
              <a:gd name="f12" fmla="val 896745"/>
              <a:gd name="f13" fmla="val 1135754"/>
              <a:gd name="f14" fmla="val 1374516"/>
              <a:gd name="f15" fmla="val 1613277"/>
              <a:gd name="f16" fmla="val 248577"/>
              <a:gd name="f17" fmla="val 1842470"/>
              <a:gd name="f18" fmla="val 268208"/>
              <a:gd name="f19" fmla="val 39017"/>
              <a:gd name="f20" fmla="val 219475"/>
              <a:gd name="f21" fmla="+- 0 0 -90"/>
              <a:gd name="f22" fmla="*/ f3 1 1861854"/>
              <a:gd name="f23" fmla="*/ f4 1 277779"/>
              <a:gd name="f24" fmla="val f5"/>
              <a:gd name="f25" fmla="val f6"/>
              <a:gd name="f26" fmla="val f7"/>
              <a:gd name="f27" fmla="*/ f21 f0 1"/>
              <a:gd name="f28" fmla="+- f26 0 f24"/>
              <a:gd name="f29" fmla="+- f25 0 f24"/>
              <a:gd name="f30" fmla="*/ f27 1 f2"/>
              <a:gd name="f31" fmla="*/ f29 1 1861854"/>
              <a:gd name="f32" fmla="*/ f28 1 277779"/>
              <a:gd name="f33" fmla="*/ 180458 f29 1"/>
              <a:gd name="f34" fmla="*/ 0 f28 1"/>
              <a:gd name="f35" fmla="*/ 419222 f29 1"/>
              <a:gd name="f36" fmla="*/ 238761 f28 1"/>
              <a:gd name="f37" fmla="*/ 657984 f29 1"/>
              <a:gd name="f38" fmla="*/ 896745 f29 1"/>
              <a:gd name="f39" fmla="*/ 1135754 f29 1"/>
              <a:gd name="f40" fmla="*/ 1374516 f29 1"/>
              <a:gd name="f41" fmla="*/ 1613277 f29 1"/>
              <a:gd name="f42" fmla="*/ 1861854 f29 1"/>
              <a:gd name="f43" fmla="*/ 248577 f28 1"/>
              <a:gd name="f44" fmla="*/ 1842470 f29 1"/>
              <a:gd name="f45" fmla="*/ 268208 f28 1"/>
              <a:gd name="f46" fmla="*/ 39017 f28 1"/>
              <a:gd name="f47" fmla="*/ 277779 f28 1"/>
              <a:gd name="f48" fmla="*/ 0 f29 1"/>
              <a:gd name="f49" fmla="*/ 219475 f28 1"/>
              <a:gd name="f50" fmla="*/ 180458 f28 1"/>
              <a:gd name="f51" fmla="+- f30 0 f1"/>
              <a:gd name="f52" fmla="*/ f33 1 1861854"/>
              <a:gd name="f53" fmla="*/ f34 1 277779"/>
              <a:gd name="f54" fmla="*/ f35 1 1861854"/>
              <a:gd name="f55" fmla="*/ f36 1 277779"/>
              <a:gd name="f56" fmla="*/ f37 1 1861854"/>
              <a:gd name="f57" fmla="*/ f38 1 1861854"/>
              <a:gd name="f58" fmla="*/ f39 1 1861854"/>
              <a:gd name="f59" fmla="*/ f40 1 1861854"/>
              <a:gd name="f60" fmla="*/ f41 1 1861854"/>
              <a:gd name="f61" fmla="*/ f42 1 1861854"/>
              <a:gd name="f62" fmla="*/ f43 1 277779"/>
              <a:gd name="f63" fmla="*/ f44 1 1861854"/>
              <a:gd name="f64" fmla="*/ f45 1 277779"/>
              <a:gd name="f65" fmla="*/ f46 1 277779"/>
              <a:gd name="f66" fmla="*/ f47 1 277779"/>
              <a:gd name="f67" fmla="*/ f48 1 1861854"/>
              <a:gd name="f68" fmla="*/ f49 1 277779"/>
              <a:gd name="f69" fmla="*/ f50 1 277779"/>
              <a:gd name="f70" fmla="*/ f24 1 f31"/>
              <a:gd name="f71" fmla="*/ f25 1 f31"/>
              <a:gd name="f72" fmla="*/ f24 1 f32"/>
              <a:gd name="f73" fmla="*/ f26 1 f32"/>
              <a:gd name="f74" fmla="*/ f52 1 f31"/>
              <a:gd name="f75" fmla="*/ f53 1 f32"/>
              <a:gd name="f76" fmla="*/ f54 1 f31"/>
              <a:gd name="f77" fmla="*/ f55 1 f32"/>
              <a:gd name="f78" fmla="*/ f56 1 f31"/>
              <a:gd name="f79" fmla="*/ f57 1 f31"/>
              <a:gd name="f80" fmla="*/ f58 1 f31"/>
              <a:gd name="f81" fmla="*/ f59 1 f31"/>
              <a:gd name="f82" fmla="*/ f60 1 f31"/>
              <a:gd name="f83" fmla="*/ f61 1 f31"/>
              <a:gd name="f84" fmla="*/ f62 1 f32"/>
              <a:gd name="f85" fmla="*/ f63 1 f31"/>
              <a:gd name="f86" fmla="*/ f64 1 f32"/>
              <a:gd name="f87" fmla="*/ f65 1 f32"/>
              <a:gd name="f88" fmla="*/ f66 1 f32"/>
              <a:gd name="f89" fmla="*/ f67 1 f31"/>
              <a:gd name="f90" fmla="*/ f68 1 f32"/>
              <a:gd name="f91" fmla="*/ f69 1 f32"/>
              <a:gd name="f92" fmla="*/ f70 f22 1"/>
              <a:gd name="f93" fmla="*/ f71 f22 1"/>
              <a:gd name="f94" fmla="*/ f73 f23 1"/>
              <a:gd name="f95" fmla="*/ f72 f23 1"/>
              <a:gd name="f96" fmla="*/ f74 f22 1"/>
              <a:gd name="f97" fmla="*/ f75 f23 1"/>
              <a:gd name="f98" fmla="*/ f76 f22 1"/>
              <a:gd name="f99" fmla="*/ f77 f23 1"/>
              <a:gd name="f100" fmla="*/ f78 f22 1"/>
              <a:gd name="f101" fmla="*/ f79 f22 1"/>
              <a:gd name="f102" fmla="*/ f80 f22 1"/>
              <a:gd name="f103" fmla="*/ f81 f22 1"/>
              <a:gd name="f104" fmla="*/ f82 f22 1"/>
              <a:gd name="f105" fmla="*/ f83 f22 1"/>
              <a:gd name="f106" fmla="*/ f84 f23 1"/>
              <a:gd name="f107" fmla="*/ f85 f22 1"/>
              <a:gd name="f108" fmla="*/ f86 f23 1"/>
              <a:gd name="f109" fmla="*/ f87 f23 1"/>
              <a:gd name="f110" fmla="*/ f88 f23 1"/>
              <a:gd name="f111" fmla="*/ f89 f22 1"/>
              <a:gd name="f112" fmla="*/ f90 f23 1"/>
              <a:gd name="f113" fmla="*/ f91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1">
                <a:pos x="f96" y="f97"/>
              </a:cxn>
              <a:cxn ang="f51">
                <a:pos x="f98" y="f99"/>
              </a:cxn>
              <a:cxn ang="f51">
                <a:pos x="f100" y="f97"/>
              </a:cxn>
              <a:cxn ang="f51">
                <a:pos x="f101" y="f99"/>
              </a:cxn>
              <a:cxn ang="f51">
                <a:pos x="f102" y="f97"/>
              </a:cxn>
              <a:cxn ang="f51">
                <a:pos x="f103" y="f99"/>
              </a:cxn>
              <a:cxn ang="f51">
                <a:pos x="f104" y="f97"/>
              </a:cxn>
              <a:cxn ang="f51">
                <a:pos x="f105" y="f106"/>
              </a:cxn>
              <a:cxn ang="f51">
                <a:pos x="f107" y="f108"/>
              </a:cxn>
              <a:cxn ang="f51">
                <a:pos x="f104" y="f109"/>
              </a:cxn>
              <a:cxn ang="f51">
                <a:pos x="f103" y="f110"/>
              </a:cxn>
              <a:cxn ang="f51">
                <a:pos x="f102" y="f109"/>
              </a:cxn>
              <a:cxn ang="f51">
                <a:pos x="f101" y="f110"/>
              </a:cxn>
              <a:cxn ang="f51">
                <a:pos x="f100" y="f109"/>
              </a:cxn>
              <a:cxn ang="f51">
                <a:pos x="f98" y="f110"/>
              </a:cxn>
              <a:cxn ang="f51">
                <a:pos x="f96" y="f109"/>
              </a:cxn>
              <a:cxn ang="f51">
                <a:pos x="f111" y="f112"/>
              </a:cxn>
              <a:cxn ang="f51">
                <a:pos x="f111" y="f113"/>
              </a:cxn>
            </a:cxnLst>
            <a:rect l="f92" t="f95" r="f93" b="f94"/>
            <a:pathLst>
              <a:path w="1861854" h="277779">
                <a:moveTo>
                  <a:pt x="f8" y="f5"/>
                </a:moveTo>
                <a:lnTo>
                  <a:pt x="f9" y="f10"/>
                </a:lnTo>
                <a:lnTo>
                  <a:pt x="f11" y="f5"/>
                </a:lnTo>
                <a:lnTo>
                  <a:pt x="f12" y="f10"/>
                </a:lnTo>
                <a:lnTo>
                  <a:pt x="f13" y="f5"/>
                </a:lnTo>
                <a:lnTo>
                  <a:pt x="f14" y="f10"/>
                </a:lnTo>
                <a:lnTo>
                  <a:pt x="f15" y="f5"/>
                </a:lnTo>
                <a:lnTo>
                  <a:pt x="f6" y="f16"/>
                </a:lnTo>
                <a:lnTo>
                  <a:pt x="f17" y="f18"/>
                </a:lnTo>
                <a:lnTo>
                  <a:pt x="f15" y="f19"/>
                </a:lnTo>
                <a:lnTo>
                  <a:pt x="f14" y="f7"/>
                </a:lnTo>
                <a:lnTo>
                  <a:pt x="f13" y="f19"/>
                </a:lnTo>
                <a:lnTo>
                  <a:pt x="f12" y="f7"/>
                </a:lnTo>
                <a:lnTo>
                  <a:pt x="f11" y="f19"/>
                </a:lnTo>
                <a:lnTo>
                  <a:pt x="f9" y="f7"/>
                </a:lnTo>
                <a:lnTo>
                  <a:pt x="f8" y="f19"/>
                </a:lnTo>
                <a:lnTo>
                  <a:pt x="f5" y="f20"/>
                </a:lnTo>
                <a:lnTo>
                  <a:pt x="f5" y="f8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Source Sans Pro"/>
            </a:endParaRPr>
          </a:p>
        </p:txBody>
      </p:sp>
      <p:sp>
        <p:nvSpPr>
          <p:cNvPr id="10" name="Rectangle 1067">
            <a:extLst>
              <a:ext uri="{FF2B5EF4-FFF2-40B4-BE49-F238E27FC236}">
                <a16:creationId xmlns:a16="http://schemas.microsoft.com/office/drawing/2014/main" id="{1C45A04A-9526-6C44-0100-E6718C34AD99}"/>
              </a:ext>
            </a:extLst>
          </p:cNvPr>
          <p:cNvSpPr>
            <a:spLocks noMove="1" noResize="1"/>
          </p:cNvSpPr>
          <p:nvPr/>
        </p:nvSpPr>
        <p:spPr>
          <a:xfrm>
            <a:off x="1369496" y="1220742"/>
            <a:ext cx="4833902" cy="4258177"/>
          </a:xfrm>
          <a:prstGeom prst="rect">
            <a:avLst/>
          </a:pr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11" name="Rectangle 1069">
            <a:extLst>
              <a:ext uri="{FF2B5EF4-FFF2-40B4-BE49-F238E27FC236}">
                <a16:creationId xmlns:a16="http://schemas.microsoft.com/office/drawing/2014/main" id="{DBCC64B4-9C47-666E-3155-FA6A6DD0D82B}"/>
              </a:ext>
            </a:extLst>
          </p:cNvPr>
          <p:cNvSpPr>
            <a:spLocks noMove="1" noResize="1"/>
          </p:cNvSpPr>
          <p:nvPr/>
        </p:nvSpPr>
        <p:spPr>
          <a:xfrm>
            <a:off x="1369496" y="1220742"/>
            <a:ext cx="4833902" cy="4258177"/>
          </a:xfrm>
          <a:prstGeom prst="rect">
            <a:avLst/>
          </a:prstGeom>
          <a:noFill/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12" name="Oval 1071">
            <a:extLst>
              <a:ext uri="{FF2B5EF4-FFF2-40B4-BE49-F238E27FC236}">
                <a16:creationId xmlns:a16="http://schemas.microsoft.com/office/drawing/2014/main" id="{E2C15155-80D9-5063-0423-54F6F01E1ECD}"/>
              </a:ext>
            </a:extLst>
          </p:cNvPr>
          <p:cNvSpPr>
            <a:spLocks noMove="1" noResize="1"/>
          </p:cNvSpPr>
          <p:nvPr/>
        </p:nvSpPr>
        <p:spPr>
          <a:xfrm>
            <a:off x="1177280" y="4357088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13" name="Oval 1073">
            <a:extLst>
              <a:ext uri="{FF2B5EF4-FFF2-40B4-BE49-F238E27FC236}">
                <a16:creationId xmlns:a16="http://schemas.microsoft.com/office/drawing/2014/main" id="{2E6AA828-69DE-2E37-E84C-7B59352AAD04}"/>
              </a:ext>
            </a:extLst>
          </p:cNvPr>
          <p:cNvSpPr>
            <a:spLocks noMove="1" noResize="1"/>
          </p:cNvSpPr>
          <p:nvPr/>
        </p:nvSpPr>
        <p:spPr>
          <a:xfrm>
            <a:off x="1177280" y="4357088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21C46B">
              <a:alpha val="2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pic>
        <p:nvPicPr>
          <p:cNvPr id="14" name="Picture 2" descr="NES Tetris My First Maxout (emulator) : r/Tetris">
            <a:extLst>
              <a:ext uri="{FF2B5EF4-FFF2-40B4-BE49-F238E27FC236}">
                <a16:creationId xmlns:a16="http://schemas.microsoft.com/office/drawing/2014/main" id="{AB76F27C-99AE-E877-41FD-C9982FF632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94" r="22797" b="-2"/>
          <a:stretch>
            <a:fillRect/>
          </a:stretch>
        </p:blipFill>
        <p:spPr>
          <a:xfrm>
            <a:off x="1700025" y="1579882"/>
            <a:ext cx="4172846" cy="3539898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15" name="Group 1075">
            <a:extLst>
              <a:ext uri="{FF2B5EF4-FFF2-40B4-BE49-F238E27FC236}">
                <a16:creationId xmlns:a16="http://schemas.microsoft.com/office/drawing/2014/main" id="{9598B6FF-B382-D26A-80A3-3CDE7E64F4D9}"/>
              </a:ext>
            </a:extLst>
          </p:cNvPr>
          <p:cNvGrpSpPr/>
          <p:nvPr/>
        </p:nvGrpSpPr>
        <p:grpSpPr>
          <a:xfrm>
            <a:off x="5211970" y="858932"/>
            <a:ext cx="693398" cy="693398"/>
            <a:chOff x="5211970" y="858932"/>
            <a:chExt cx="693398" cy="693398"/>
          </a:xfrm>
        </p:grpSpPr>
        <p:sp>
          <p:nvSpPr>
            <p:cNvPr id="16" name="Graphic 212">
              <a:extLst>
                <a:ext uri="{FF2B5EF4-FFF2-40B4-BE49-F238E27FC236}">
                  <a16:creationId xmlns:a16="http://schemas.microsoft.com/office/drawing/2014/main" id="{0BBB4840-04BE-7397-E54B-94F1FDA4F726}"/>
                </a:ext>
              </a:extLst>
            </p:cNvPr>
            <p:cNvSpPr/>
            <p:nvPr/>
          </p:nvSpPr>
          <p:spPr>
            <a:xfrm>
              <a:off x="5211970" y="858932"/>
              <a:ext cx="693398" cy="6933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07148"/>
                <a:gd name="f7" fmla="val 403574"/>
                <a:gd name="f8" fmla="val 180689"/>
                <a:gd name="f9" fmla="val 626459"/>
                <a:gd name="f10" fmla="val 807149"/>
                <a:gd name="f11" fmla="val 667988"/>
                <a:gd name="f12" fmla="val 257556"/>
                <a:gd name="f13" fmla="val 139160"/>
                <a:gd name="f14" fmla="val 549593"/>
                <a:gd name="f15" fmla="+- 0 0 -90"/>
                <a:gd name="f16" fmla="*/ f3 1 807148"/>
                <a:gd name="f17" fmla="*/ f4 1 807148"/>
                <a:gd name="f18" fmla="val f5"/>
                <a:gd name="f19" fmla="val f6"/>
                <a:gd name="f20" fmla="*/ f15 f0 1"/>
                <a:gd name="f21" fmla="+- f19 0 f18"/>
                <a:gd name="f22" fmla="*/ f20 1 f2"/>
                <a:gd name="f23" fmla="*/ f21 1 807148"/>
                <a:gd name="f24" fmla="*/ 403574 f21 1"/>
                <a:gd name="f25" fmla="*/ 0 f21 1"/>
                <a:gd name="f26" fmla="*/ 807149 f21 1"/>
                <a:gd name="f27" fmla="*/ 667988 f21 1"/>
                <a:gd name="f28" fmla="*/ 139160 f21 1"/>
                <a:gd name="f29" fmla="+- f22 0 f1"/>
                <a:gd name="f30" fmla="*/ f24 1 807148"/>
                <a:gd name="f31" fmla="*/ f25 1 807148"/>
                <a:gd name="f32" fmla="*/ f26 1 807148"/>
                <a:gd name="f33" fmla="*/ f27 1 807148"/>
                <a:gd name="f34" fmla="*/ f28 1 807148"/>
                <a:gd name="f35" fmla="*/ f18 1 f23"/>
                <a:gd name="f36" fmla="*/ f19 1 f23"/>
                <a:gd name="f37" fmla="*/ f30 1 f23"/>
                <a:gd name="f38" fmla="*/ f31 1 f23"/>
                <a:gd name="f39" fmla="*/ f32 1 f23"/>
                <a:gd name="f40" fmla="*/ f33 1 f23"/>
                <a:gd name="f41" fmla="*/ f34 1 f23"/>
                <a:gd name="f42" fmla="*/ f35 f16 1"/>
                <a:gd name="f43" fmla="*/ f36 f16 1"/>
                <a:gd name="f44" fmla="*/ f36 f17 1"/>
                <a:gd name="f45" fmla="*/ f35 f17 1"/>
                <a:gd name="f46" fmla="*/ f37 f16 1"/>
                <a:gd name="f47" fmla="*/ f38 f17 1"/>
                <a:gd name="f48" fmla="*/ f38 f16 1"/>
                <a:gd name="f49" fmla="*/ f37 f17 1"/>
                <a:gd name="f50" fmla="*/ f39 f17 1"/>
                <a:gd name="f51" fmla="*/ f39 f16 1"/>
                <a:gd name="f52" fmla="*/ f40 f17 1"/>
                <a:gd name="f53" fmla="*/ f41 f16 1"/>
                <a:gd name="f54" fmla="*/ f41 f17 1"/>
                <a:gd name="f55" fmla="*/ f40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46" y="f47"/>
                </a:cxn>
                <a:cxn ang="f29">
                  <a:pos x="f48" y="f49"/>
                </a:cxn>
                <a:cxn ang="f29">
                  <a:pos x="f46" y="f50"/>
                </a:cxn>
                <a:cxn ang="f29">
                  <a:pos x="f51" y="f49"/>
                </a:cxn>
                <a:cxn ang="f29">
                  <a:pos x="f46" y="f47"/>
                </a:cxn>
                <a:cxn ang="f29">
                  <a:pos x="f46" y="f52"/>
                </a:cxn>
                <a:cxn ang="f29">
                  <a:pos x="f53" y="f49"/>
                </a:cxn>
                <a:cxn ang="f29">
                  <a:pos x="f46" y="f54"/>
                </a:cxn>
                <a:cxn ang="f29">
                  <a:pos x="f55" y="f49"/>
                </a:cxn>
                <a:cxn ang="f29">
                  <a:pos x="f46" y="f52"/>
                </a:cxn>
              </a:cxnLst>
              <a:rect l="f42" t="f45" r="f43" b="f44"/>
              <a:pathLst>
                <a:path w="807148" h="807148">
                  <a:moveTo>
                    <a:pt x="f7" y="f5"/>
                  </a:moveTo>
                  <a:cubicBezTo>
                    <a:pt x="f8" y="f5"/>
                    <a:pt x="f5" y="f8"/>
                    <a:pt x="f5" y="f7"/>
                  </a:cubicBezTo>
                  <a:cubicBezTo>
                    <a:pt x="f5" y="f9"/>
                    <a:pt x="f8" y="f10"/>
                    <a:pt x="f7" y="f10"/>
                  </a:cubicBezTo>
                  <a:cubicBezTo>
                    <a:pt x="f9" y="f10"/>
                    <a:pt x="f10" y="f9"/>
                    <a:pt x="f10" y="f7"/>
                  </a:cubicBezTo>
                  <a:cubicBezTo>
                    <a:pt x="f10" y="f8"/>
                    <a:pt x="f9" y="f5"/>
                    <a:pt x="f7" y="f5"/>
                  </a:cubicBezTo>
                  <a:close/>
                  <a:moveTo>
                    <a:pt x="f7" y="f11"/>
                  </a:moveTo>
                  <a:cubicBezTo>
                    <a:pt x="f12" y="f11"/>
                    <a:pt x="f13" y="f14"/>
                    <a:pt x="f13" y="f7"/>
                  </a:cubicBezTo>
                  <a:cubicBezTo>
                    <a:pt x="f13" y="f12"/>
                    <a:pt x="f12" y="f13"/>
                    <a:pt x="f7" y="f13"/>
                  </a:cubicBezTo>
                  <a:cubicBezTo>
                    <a:pt x="f14" y="f13"/>
                    <a:pt x="f11" y="f12"/>
                    <a:pt x="f11" y="f7"/>
                  </a:cubicBezTo>
                  <a:cubicBezTo>
                    <a:pt x="f11" y="f14"/>
                    <a:pt x="f14" y="f11"/>
                    <a:pt x="f7" y="f11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  <p:sp>
          <p:nvSpPr>
            <p:cNvPr id="17" name="Graphic 212">
              <a:extLst>
                <a:ext uri="{FF2B5EF4-FFF2-40B4-BE49-F238E27FC236}">
                  <a16:creationId xmlns:a16="http://schemas.microsoft.com/office/drawing/2014/main" id="{2A2C0C93-AD09-91E5-B590-007ABA977D4A}"/>
                </a:ext>
              </a:extLst>
            </p:cNvPr>
            <p:cNvSpPr/>
            <p:nvPr/>
          </p:nvSpPr>
          <p:spPr>
            <a:xfrm>
              <a:off x="5211970" y="858932"/>
              <a:ext cx="693398" cy="6933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07148"/>
                <a:gd name="f7" fmla="val 403574"/>
                <a:gd name="f8" fmla="val 180689"/>
                <a:gd name="f9" fmla="val 626459"/>
                <a:gd name="f10" fmla="val 807149"/>
                <a:gd name="f11" fmla="val 667988"/>
                <a:gd name="f12" fmla="val 257556"/>
                <a:gd name="f13" fmla="val 139160"/>
                <a:gd name="f14" fmla="val 549593"/>
                <a:gd name="f15" fmla="+- 0 0 -90"/>
                <a:gd name="f16" fmla="*/ f3 1 807148"/>
                <a:gd name="f17" fmla="*/ f4 1 807148"/>
                <a:gd name="f18" fmla="val f5"/>
                <a:gd name="f19" fmla="val f6"/>
                <a:gd name="f20" fmla="*/ f15 f0 1"/>
                <a:gd name="f21" fmla="+- f19 0 f18"/>
                <a:gd name="f22" fmla="*/ f20 1 f2"/>
                <a:gd name="f23" fmla="*/ f21 1 807148"/>
                <a:gd name="f24" fmla="*/ 403574 f21 1"/>
                <a:gd name="f25" fmla="*/ 0 f21 1"/>
                <a:gd name="f26" fmla="*/ 807149 f21 1"/>
                <a:gd name="f27" fmla="*/ 667988 f21 1"/>
                <a:gd name="f28" fmla="*/ 139160 f21 1"/>
                <a:gd name="f29" fmla="+- f22 0 f1"/>
                <a:gd name="f30" fmla="*/ f24 1 807148"/>
                <a:gd name="f31" fmla="*/ f25 1 807148"/>
                <a:gd name="f32" fmla="*/ f26 1 807148"/>
                <a:gd name="f33" fmla="*/ f27 1 807148"/>
                <a:gd name="f34" fmla="*/ f28 1 807148"/>
                <a:gd name="f35" fmla="*/ f18 1 f23"/>
                <a:gd name="f36" fmla="*/ f19 1 f23"/>
                <a:gd name="f37" fmla="*/ f30 1 f23"/>
                <a:gd name="f38" fmla="*/ f31 1 f23"/>
                <a:gd name="f39" fmla="*/ f32 1 f23"/>
                <a:gd name="f40" fmla="*/ f33 1 f23"/>
                <a:gd name="f41" fmla="*/ f34 1 f23"/>
                <a:gd name="f42" fmla="*/ f35 f16 1"/>
                <a:gd name="f43" fmla="*/ f36 f16 1"/>
                <a:gd name="f44" fmla="*/ f36 f17 1"/>
                <a:gd name="f45" fmla="*/ f35 f17 1"/>
                <a:gd name="f46" fmla="*/ f37 f16 1"/>
                <a:gd name="f47" fmla="*/ f38 f17 1"/>
                <a:gd name="f48" fmla="*/ f38 f16 1"/>
                <a:gd name="f49" fmla="*/ f37 f17 1"/>
                <a:gd name="f50" fmla="*/ f39 f17 1"/>
                <a:gd name="f51" fmla="*/ f39 f16 1"/>
                <a:gd name="f52" fmla="*/ f40 f17 1"/>
                <a:gd name="f53" fmla="*/ f41 f16 1"/>
                <a:gd name="f54" fmla="*/ f41 f17 1"/>
                <a:gd name="f55" fmla="*/ f40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46" y="f47"/>
                </a:cxn>
                <a:cxn ang="f29">
                  <a:pos x="f48" y="f49"/>
                </a:cxn>
                <a:cxn ang="f29">
                  <a:pos x="f46" y="f50"/>
                </a:cxn>
                <a:cxn ang="f29">
                  <a:pos x="f51" y="f49"/>
                </a:cxn>
                <a:cxn ang="f29">
                  <a:pos x="f46" y="f47"/>
                </a:cxn>
                <a:cxn ang="f29">
                  <a:pos x="f46" y="f52"/>
                </a:cxn>
                <a:cxn ang="f29">
                  <a:pos x="f53" y="f49"/>
                </a:cxn>
                <a:cxn ang="f29">
                  <a:pos x="f46" y="f54"/>
                </a:cxn>
                <a:cxn ang="f29">
                  <a:pos x="f55" y="f49"/>
                </a:cxn>
                <a:cxn ang="f29">
                  <a:pos x="f46" y="f52"/>
                </a:cxn>
              </a:cxnLst>
              <a:rect l="f42" t="f45" r="f43" b="f44"/>
              <a:pathLst>
                <a:path w="807148" h="807148">
                  <a:moveTo>
                    <a:pt x="f7" y="f5"/>
                  </a:moveTo>
                  <a:cubicBezTo>
                    <a:pt x="f8" y="f5"/>
                    <a:pt x="f5" y="f8"/>
                    <a:pt x="f5" y="f7"/>
                  </a:cubicBezTo>
                  <a:cubicBezTo>
                    <a:pt x="f5" y="f9"/>
                    <a:pt x="f8" y="f10"/>
                    <a:pt x="f7" y="f10"/>
                  </a:cubicBezTo>
                  <a:cubicBezTo>
                    <a:pt x="f9" y="f10"/>
                    <a:pt x="f10" y="f9"/>
                    <a:pt x="f10" y="f7"/>
                  </a:cubicBezTo>
                  <a:cubicBezTo>
                    <a:pt x="f10" y="f8"/>
                    <a:pt x="f9" y="f5"/>
                    <a:pt x="f7" y="f5"/>
                  </a:cubicBezTo>
                  <a:close/>
                  <a:moveTo>
                    <a:pt x="f7" y="f11"/>
                  </a:moveTo>
                  <a:cubicBezTo>
                    <a:pt x="f12" y="f11"/>
                    <a:pt x="f13" y="f14"/>
                    <a:pt x="f13" y="f7"/>
                  </a:cubicBezTo>
                  <a:cubicBezTo>
                    <a:pt x="f13" y="f12"/>
                    <a:pt x="f12" y="f13"/>
                    <a:pt x="f7" y="f13"/>
                  </a:cubicBezTo>
                  <a:cubicBezTo>
                    <a:pt x="f14" y="f13"/>
                    <a:pt x="f11" y="f12"/>
                    <a:pt x="f11" y="f7"/>
                  </a:cubicBezTo>
                  <a:cubicBezTo>
                    <a:pt x="f11" y="f14"/>
                    <a:pt x="f14" y="f11"/>
                    <a:pt x="f7" y="f11"/>
                  </a:cubicBezTo>
                  <a:close/>
                </a:path>
              </a:pathLst>
            </a:custGeom>
            <a:solidFill>
              <a:srgbClr val="FF80BD">
                <a:alpha val="20000"/>
              </a:srgbClr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</p:grpSp>
      <p:grpSp>
        <p:nvGrpSpPr>
          <p:cNvPr id="18" name="Graphic 185">
            <a:extLst>
              <a:ext uri="{FF2B5EF4-FFF2-40B4-BE49-F238E27FC236}">
                <a16:creationId xmlns:a16="http://schemas.microsoft.com/office/drawing/2014/main" id="{341E618B-247A-A362-AD20-F923610020C7}"/>
              </a:ext>
            </a:extLst>
          </p:cNvPr>
          <p:cNvGrpSpPr/>
          <p:nvPr/>
        </p:nvGrpSpPr>
        <p:grpSpPr>
          <a:xfrm>
            <a:off x="10428631" y="5987061"/>
            <a:ext cx="1054467" cy="469690"/>
            <a:chOff x="10428631" y="5987061"/>
            <a:chExt cx="1054467" cy="469690"/>
          </a:xfrm>
        </p:grpSpPr>
        <p:sp>
          <p:nvSpPr>
            <p:cNvPr id="19" name="Freeform: Shape 1080">
              <a:extLst>
                <a:ext uri="{FF2B5EF4-FFF2-40B4-BE49-F238E27FC236}">
                  <a16:creationId xmlns:a16="http://schemas.microsoft.com/office/drawing/2014/main" id="{8B251C66-FAA1-196F-CE1F-00EFC5AE427A}"/>
                </a:ext>
              </a:extLst>
            </p:cNvPr>
            <p:cNvSpPr/>
            <p:nvPr/>
          </p:nvSpPr>
          <p:spPr>
            <a:xfrm>
              <a:off x="10428631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0" name="Freeform: Shape 1081">
              <a:extLst>
                <a:ext uri="{FF2B5EF4-FFF2-40B4-BE49-F238E27FC236}">
                  <a16:creationId xmlns:a16="http://schemas.microsoft.com/office/drawing/2014/main" id="{D3A59B53-CCA3-2BF4-5BB9-8FC0CC323756}"/>
                </a:ext>
              </a:extLst>
            </p:cNvPr>
            <p:cNvSpPr/>
            <p:nvPr/>
          </p:nvSpPr>
          <p:spPr>
            <a:xfrm>
              <a:off x="10603428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1" name="Freeform: Shape 1082">
              <a:extLst>
                <a:ext uri="{FF2B5EF4-FFF2-40B4-BE49-F238E27FC236}">
                  <a16:creationId xmlns:a16="http://schemas.microsoft.com/office/drawing/2014/main" id="{EA369279-082C-0EBA-490B-4EB95EAD6EEE}"/>
                </a:ext>
              </a:extLst>
            </p:cNvPr>
            <p:cNvSpPr/>
            <p:nvPr/>
          </p:nvSpPr>
          <p:spPr>
            <a:xfrm>
              <a:off x="1077823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2" name="Freeform: Shape 1083">
              <a:extLst>
                <a:ext uri="{FF2B5EF4-FFF2-40B4-BE49-F238E27FC236}">
                  <a16:creationId xmlns:a16="http://schemas.microsoft.com/office/drawing/2014/main" id="{EFB1A317-4DC4-7BFB-3AD3-F8A4E2FCCD49}"/>
                </a:ext>
              </a:extLst>
            </p:cNvPr>
            <p:cNvSpPr/>
            <p:nvPr/>
          </p:nvSpPr>
          <p:spPr>
            <a:xfrm>
              <a:off x="1095303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3" name="Freeform: Shape 1084">
              <a:extLst>
                <a:ext uri="{FF2B5EF4-FFF2-40B4-BE49-F238E27FC236}">
                  <a16:creationId xmlns:a16="http://schemas.microsoft.com/office/drawing/2014/main" id="{ADD5E606-33D7-B2DA-177C-1775B2D96ED4}"/>
                </a:ext>
              </a:extLst>
            </p:cNvPr>
            <p:cNvSpPr/>
            <p:nvPr/>
          </p:nvSpPr>
          <p:spPr>
            <a:xfrm>
              <a:off x="11127827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FDE998-75A2-083C-4262-FF2B6704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wrap="square" anchor="b">
            <a:normAutofit/>
          </a:bodyPr>
          <a:lstStyle/>
          <a:p>
            <a:r>
              <a:rPr lang="en-GB" dirty="0" err="1"/>
              <a:t>Onderwerpen</a:t>
            </a:r>
            <a:endParaRPr lang="en-GB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1DA4B3-D2C1-D3A0-EFB3-DEB73813360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8E02FE96-DDFD-F238-DC38-F309948C0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7373818"/>
              </p:ext>
            </p:extLst>
          </p:nvPr>
        </p:nvGraphicFramePr>
        <p:xfrm>
          <a:off x="5183184" y="987423"/>
          <a:ext cx="6172200" cy="4873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499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74">
            <a:extLst>
              <a:ext uri="{FF2B5EF4-FFF2-40B4-BE49-F238E27FC236}">
                <a16:creationId xmlns:a16="http://schemas.microsoft.com/office/drawing/2014/main" id="{DF8406E7-F8DD-F77D-62F1-5703AFBDA706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71ADE3A-9C92-6C0D-E8A9-F60AB2E10B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7271" y="368622"/>
            <a:ext cx="4974774" cy="1403494"/>
          </a:xfrm>
        </p:spPr>
        <p:txBody>
          <a:bodyPr anchor="b"/>
          <a:lstStyle/>
          <a:p>
            <a:pPr lvl="0"/>
            <a:r>
              <a:rPr lang="nl-NL" sz="3600" dirty="0"/>
              <a:t>Korte Geschiedenis</a:t>
            </a:r>
          </a:p>
        </p:txBody>
      </p:sp>
      <p:grpSp>
        <p:nvGrpSpPr>
          <p:cNvPr id="4" name="Group 2076">
            <a:extLst>
              <a:ext uri="{FF2B5EF4-FFF2-40B4-BE49-F238E27FC236}">
                <a16:creationId xmlns:a16="http://schemas.microsoft.com/office/drawing/2014/main" id="{CD4D73E8-A977-EDEB-E84E-DF1C880023A5}"/>
              </a:ext>
            </a:extLst>
          </p:cNvPr>
          <p:cNvGrpSpPr/>
          <p:nvPr/>
        </p:nvGrpSpPr>
        <p:grpSpPr>
          <a:xfrm>
            <a:off x="2141570" y="70491"/>
            <a:ext cx="3501859" cy="3501859"/>
            <a:chOff x="2141570" y="70491"/>
            <a:chExt cx="3501859" cy="3501859"/>
          </a:xfrm>
        </p:grpSpPr>
        <p:sp>
          <p:nvSpPr>
            <p:cNvPr id="5" name="Oval 2077">
              <a:extLst>
                <a:ext uri="{FF2B5EF4-FFF2-40B4-BE49-F238E27FC236}">
                  <a16:creationId xmlns:a16="http://schemas.microsoft.com/office/drawing/2014/main" id="{386F66EC-4FA3-3BB3-B353-E72247ED8B2E}"/>
                </a:ext>
              </a:extLst>
            </p:cNvPr>
            <p:cNvSpPr/>
            <p:nvPr/>
          </p:nvSpPr>
          <p:spPr>
            <a:xfrm>
              <a:off x="2141570" y="70491"/>
              <a:ext cx="3501859" cy="3501859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  <p:sp>
          <p:nvSpPr>
            <p:cNvPr id="6" name="Oval 2078">
              <a:extLst>
                <a:ext uri="{FF2B5EF4-FFF2-40B4-BE49-F238E27FC236}">
                  <a16:creationId xmlns:a16="http://schemas.microsoft.com/office/drawing/2014/main" id="{426650CA-26BC-CBE1-2CC4-D2984D42CE2B}"/>
                </a:ext>
              </a:extLst>
            </p:cNvPr>
            <p:cNvSpPr/>
            <p:nvPr/>
          </p:nvSpPr>
          <p:spPr>
            <a:xfrm>
              <a:off x="2141570" y="70491"/>
              <a:ext cx="3501859" cy="3501859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80BD">
                <a:alpha val="20000"/>
              </a:srgbClr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</p:grpSp>
      <p:grpSp>
        <p:nvGrpSpPr>
          <p:cNvPr id="7" name="Group 2080">
            <a:extLst>
              <a:ext uri="{FF2B5EF4-FFF2-40B4-BE49-F238E27FC236}">
                <a16:creationId xmlns:a16="http://schemas.microsoft.com/office/drawing/2014/main" id="{96CABA1E-7D7B-9949-717C-FD359025854E}"/>
              </a:ext>
            </a:extLst>
          </p:cNvPr>
          <p:cNvGrpSpPr/>
          <p:nvPr/>
        </p:nvGrpSpPr>
        <p:grpSpPr>
          <a:xfrm>
            <a:off x="575057" y="3240578"/>
            <a:ext cx="3297289" cy="3297289"/>
            <a:chOff x="575057" y="3240578"/>
            <a:chExt cx="3297289" cy="3297289"/>
          </a:xfrm>
        </p:grpSpPr>
        <p:sp>
          <p:nvSpPr>
            <p:cNvPr id="8" name="Oval 2081">
              <a:extLst>
                <a:ext uri="{FF2B5EF4-FFF2-40B4-BE49-F238E27FC236}">
                  <a16:creationId xmlns:a16="http://schemas.microsoft.com/office/drawing/2014/main" id="{85643A28-F863-551A-C50F-8E5E0672F8B7}"/>
                </a:ext>
              </a:extLst>
            </p:cNvPr>
            <p:cNvSpPr/>
            <p:nvPr/>
          </p:nvSpPr>
          <p:spPr>
            <a:xfrm>
              <a:off x="575057" y="3240578"/>
              <a:ext cx="3297289" cy="3297289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  <p:sp>
          <p:nvSpPr>
            <p:cNvPr id="9" name="Oval 2082">
              <a:extLst>
                <a:ext uri="{FF2B5EF4-FFF2-40B4-BE49-F238E27FC236}">
                  <a16:creationId xmlns:a16="http://schemas.microsoft.com/office/drawing/2014/main" id="{D7395EFD-023C-17F8-9492-2EDB34B343BC}"/>
                </a:ext>
              </a:extLst>
            </p:cNvPr>
            <p:cNvSpPr/>
            <p:nvPr/>
          </p:nvSpPr>
          <p:spPr>
            <a:xfrm>
              <a:off x="575057" y="3240578"/>
              <a:ext cx="3297289" cy="3297289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80BD">
                <a:alpha val="20000"/>
              </a:srgbClr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</p:grpSp>
      <p:sp>
        <p:nvSpPr>
          <p:cNvPr id="10" name="Oval 2084">
            <a:extLst>
              <a:ext uri="{FF2B5EF4-FFF2-40B4-BE49-F238E27FC236}">
                <a16:creationId xmlns:a16="http://schemas.microsoft.com/office/drawing/2014/main" id="{E6861E36-D0E3-3647-E224-C4D82F79562F}"/>
              </a:ext>
            </a:extLst>
          </p:cNvPr>
          <p:cNvSpPr>
            <a:spLocks noMove="1" noResize="1"/>
          </p:cNvSpPr>
          <p:nvPr/>
        </p:nvSpPr>
        <p:spPr>
          <a:xfrm>
            <a:off x="2026218" y="30577"/>
            <a:ext cx="3483095" cy="348309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grpSp>
        <p:nvGrpSpPr>
          <p:cNvPr id="11" name="Graphic 190">
            <a:extLst>
              <a:ext uri="{FF2B5EF4-FFF2-40B4-BE49-F238E27FC236}">
                <a16:creationId xmlns:a16="http://schemas.microsoft.com/office/drawing/2014/main" id="{58A2EDE3-8C24-9121-08EC-D8BB3A8587A2}"/>
              </a:ext>
            </a:extLst>
          </p:cNvPr>
          <p:cNvGrpSpPr/>
          <p:nvPr/>
        </p:nvGrpSpPr>
        <p:grpSpPr>
          <a:xfrm>
            <a:off x="990825" y="1091857"/>
            <a:ext cx="1291644" cy="429210"/>
            <a:chOff x="990825" y="1091857"/>
            <a:chExt cx="1291644" cy="429210"/>
          </a:xfrm>
        </p:grpSpPr>
        <p:sp>
          <p:nvSpPr>
            <p:cNvPr id="12" name="Freeform: Shape 2087">
              <a:extLst>
                <a:ext uri="{FF2B5EF4-FFF2-40B4-BE49-F238E27FC236}">
                  <a16:creationId xmlns:a16="http://schemas.microsoft.com/office/drawing/2014/main" id="{30E605EF-3905-2CE8-EB58-B7BFC99180C3}"/>
                </a:ext>
              </a:extLst>
            </p:cNvPr>
            <p:cNvSpPr/>
            <p:nvPr/>
          </p:nvSpPr>
          <p:spPr>
            <a:xfrm>
              <a:off x="990825" y="1381356"/>
              <a:ext cx="1291471" cy="13971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98614"/>
                <a:gd name="f7" fmla="val 172939"/>
                <a:gd name="f8" fmla="val 1248648"/>
                <a:gd name="f9" fmla="val 1194229"/>
                <a:gd name="f10" fmla="val 1146046"/>
                <a:gd name="f11" fmla="val 142180"/>
                <a:gd name="f12" fmla="val 1123031"/>
                <a:gd name="f13" fmla="val 92708"/>
                <a:gd name="f14" fmla="val 1104962"/>
                <a:gd name="f15" fmla="val 53775"/>
                <a:gd name="f16" fmla="val 1067105"/>
                <a:gd name="f17" fmla="val 29469"/>
                <a:gd name="f18" fmla="val 1024085"/>
                <a:gd name="f19" fmla="val 981066"/>
                <a:gd name="f20" fmla="val 943208"/>
                <a:gd name="f21" fmla="val 925140"/>
                <a:gd name="f22" fmla="val 902124"/>
                <a:gd name="f23" fmla="val 853942"/>
                <a:gd name="f24" fmla="val 799522"/>
                <a:gd name="f25" fmla="val 744887"/>
                <a:gd name="f26" fmla="val 696920"/>
                <a:gd name="f27" fmla="val 673905"/>
                <a:gd name="f28" fmla="val 655836"/>
                <a:gd name="f29" fmla="val 617979"/>
                <a:gd name="f30" fmla="val 574959"/>
                <a:gd name="f31" fmla="val 531939"/>
                <a:gd name="f32" fmla="val 494082"/>
                <a:gd name="f33" fmla="val 476014"/>
                <a:gd name="f34" fmla="val 452998"/>
                <a:gd name="f35" fmla="val 405031"/>
                <a:gd name="f36" fmla="val 350396"/>
                <a:gd name="f37" fmla="val 295976"/>
                <a:gd name="f38" fmla="val 247794"/>
                <a:gd name="f39" fmla="val 224778"/>
                <a:gd name="f40" fmla="val 206710"/>
                <a:gd name="f41" fmla="val 168853"/>
                <a:gd name="f42" fmla="val 125833"/>
                <a:gd name="f43" fmla="val 82813"/>
                <a:gd name="f44" fmla="val 44956"/>
                <a:gd name="f45" fmla="val 26887"/>
                <a:gd name="f46" fmla="val 80232"/>
                <a:gd name="f47" fmla="val 23016"/>
                <a:gd name="f48" fmla="val 30759"/>
                <a:gd name="f49" fmla="val 70983"/>
                <a:gd name="f50" fmla="val 125618"/>
                <a:gd name="f51" fmla="val 180253"/>
                <a:gd name="f52" fmla="val 228220"/>
                <a:gd name="f53" fmla="val 251235"/>
                <a:gd name="f54" fmla="val 269304"/>
                <a:gd name="f55" fmla="val 119165"/>
                <a:gd name="f56" fmla="val 307376"/>
                <a:gd name="f57" fmla="val 143471"/>
                <a:gd name="f58" fmla="val 350181"/>
                <a:gd name="f59" fmla="val 393201"/>
                <a:gd name="f60" fmla="val 431058"/>
                <a:gd name="f61" fmla="val 449126"/>
                <a:gd name="f62" fmla="val 472142"/>
                <a:gd name="f63" fmla="val 520324"/>
                <a:gd name="f64" fmla="val 574744"/>
                <a:gd name="f65" fmla="val 629164"/>
                <a:gd name="f66" fmla="val 677346"/>
                <a:gd name="f67" fmla="val 700362"/>
                <a:gd name="f68" fmla="val 718430"/>
                <a:gd name="f69" fmla="val 756287"/>
                <a:gd name="f70" fmla="val 799307"/>
                <a:gd name="f71" fmla="val 842327"/>
                <a:gd name="f72" fmla="val 880184"/>
                <a:gd name="f73" fmla="val 898253"/>
                <a:gd name="f74" fmla="val 921268"/>
                <a:gd name="f75" fmla="val 969235"/>
                <a:gd name="f76" fmla="val 1023870"/>
                <a:gd name="f77" fmla="val 1078505"/>
                <a:gd name="f78" fmla="val 1126472"/>
                <a:gd name="f79" fmla="val 1149488"/>
                <a:gd name="f80" fmla="val 1167556"/>
                <a:gd name="f81" fmla="val 1205414"/>
                <a:gd name="f82" fmla="val 1248433"/>
                <a:gd name="f83" fmla="val 1291453"/>
                <a:gd name="f84" fmla="val 1329311"/>
                <a:gd name="f85" fmla="val 1347379"/>
                <a:gd name="f86" fmla="val 1370394"/>
                <a:gd name="f87" fmla="val 1418361"/>
                <a:gd name="f88" fmla="val 1472997"/>
                <a:gd name="f89" fmla="val 1527632"/>
                <a:gd name="f90" fmla="val 1575814"/>
                <a:gd name="f91" fmla="val 1571942"/>
                <a:gd name="f92" fmla="val 1553874"/>
                <a:gd name="f93" fmla="val 1515801"/>
                <a:gd name="f94" fmla="val 1429977"/>
                <a:gd name="f95" fmla="val 1392119"/>
                <a:gd name="f96" fmla="val 1374051"/>
                <a:gd name="f97" fmla="val 1351251"/>
                <a:gd name="f98" fmla="val 1303069"/>
                <a:gd name="f99" fmla="+- 0 0 -90"/>
                <a:gd name="f100" fmla="*/ f3 1 1598614"/>
                <a:gd name="f101" fmla="*/ f4 1 172939"/>
                <a:gd name="f102" fmla="val f5"/>
                <a:gd name="f103" fmla="val f6"/>
                <a:gd name="f104" fmla="val f7"/>
                <a:gd name="f105" fmla="*/ f99 f0 1"/>
                <a:gd name="f106" fmla="+- f104 0 f102"/>
                <a:gd name="f107" fmla="+- f103 0 f102"/>
                <a:gd name="f108" fmla="*/ f105 1 f2"/>
                <a:gd name="f109" fmla="*/ f107 1 1598614"/>
                <a:gd name="f110" fmla="*/ f106 1 172939"/>
                <a:gd name="f111" fmla="*/ 1248648 f107 1"/>
                <a:gd name="f112" fmla="*/ 172939 f106 1"/>
                <a:gd name="f113" fmla="*/ 1123031 f107 1"/>
                <a:gd name="f114" fmla="*/ 92708 f106 1"/>
                <a:gd name="f115" fmla="*/ 1024085 f107 1"/>
                <a:gd name="f116" fmla="*/ 29469 f106 1"/>
                <a:gd name="f117" fmla="*/ 925140 f107 1"/>
                <a:gd name="f118" fmla="*/ 799522 f107 1"/>
                <a:gd name="f119" fmla="*/ 673905 f107 1"/>
                <a:gd name="f120" fmla="*/ 574959 f107 1"/>
                <a:gd name="f121" fmla="*/ 476014 f107 1"/>
                <a:gd name="f122" fmla="*/ 350396 f107 1"/>
                <a:gd name="f123" fmla="*/ 224778 f107 1"/>
                <a:gd name="f124" fmla="*/ 125833 f107 1"/>
                <a:gd name="f125" fmla="*/ 26887 f107 1"/>
                <a:gd name="f126" fmla="*/ 0 f107 1"/>
                <a:gd name="f127" fmla="*/ 80232 f106 1"/>
                <a:gd name="f128" fmla="*/ 125618 f107 1"/>
                <a:gd name="f129" fmla="*/ 0 f106 1"/>
                <a:gd name="f130" fmla="*/ 251235 f107 1"/>
                <a:gd name="f131" fmla="*/ 350181 f107 1"/>
                <a:gd name="f132" fmla="*/ 143471 f106 1"/>
                <a:gd name="f133" fmla="*/ 449126 f107 1"/>
                <a:gd name="f134" fmla="*/ 574744 f107 1"/>
                <a:gd name="f135" fmla="*/ 700362 f107 1"/>
                <a:gd name="f136" fmla="*/ 799307 f107 1"/>
                <a:gd name="f137" fmla="*/ 898253 f107 1"/>
                <a:gd name="f138" fmla="*/ 1023870 f107 1"/>
                <a:gd name="f139" fmla="*/ 1149488 f107 1"/>
                <a:gd name="f140" fmla="*/ 1248433 f107 1"/>
                <a:gd name="f141" fmla="*/ 1347379 f107 1"/>
                <a:gd name="f142" fmla="*/ 1472997 f107 1"/>
                <a:gd name="f143" fmla="*/ 1598614 f107 1"/>
                <a:gd name="f144" fmla="*/ 1571942 f107 1"/>
                <a:gd name="f145" fmla="*/ 1374051 f107 1"/>
                <a:gd name="f146" fmla="+- f108 0 f1"/>
                <a:gd name="f147" fmla="*/ f111 1 1598614"/>
                <a:gd name="f148" fmla="*/ f112 1 172939"/>
                <a:gd name="f149" fmla="*/ f113 1 1598614"/>
                <a:gd name="f150" fmla="*/ f114 1 172939"/>
                <a:gd name="f151" fmla="*/ f115 1 1598614"/>
                <a:gd name="f152" fmla="*/ f116 1 172939"/>
                <a:gd name="f153" fmla="*/ f117 1 1598614"/>
                <a:gd name="f154" fmla="*/ f118 1 1598614"/>
                <a:gd name="f155" fmla="*/ f119 1 1598614"/>
                <a:gd name="f156" fmla="*/ f120 1 1598614"/>
                <a:gd name="f157" fmla="*/ f121 1 1598614"/>
                <a:gd name="f158" fmla="*/ f122 1 1598614"/>
                <a:gd name="f159" fmla="*/ f123 1 1598614"/>
                <a:gd name="f160" fmla="*/ f124 1 1598614"/>
                <a:gd name="f161" fmla="*/ f125 1 1598614"/>
                <a:gd name="f162" fmla="*/ f126 1 1598614"/>
                <a:gd name="f163" fmla="*/ f127 1 172939"/>
                <a:gd name="f164" fmla="*/ f128 1 1598614"/>
                <a:gd name="f165" fmla="*/ f129 1 172939"/>
                <a:gd name="f166" fmla="*/ f130 1 1598614"/>
                <a:gd name="f167" fmla="*/ f131 1 1598614"/>
                <a:gd name="f168" fmla="*/ f132 1 172939"/>
                <a:gd name="f169" fmla="*/ f133 1 1598614"/>
                <a:gd name="f170" fmla="*/ f134 1 1598614"/>
                <a:gd name="f171" fmla="*/ f135 1 1598614"/>
                <a:gd name="f172" fmla="*/ f136 1 1598614"/>
                <a:gd name="f173" fmla="*/ f137 1 1598614"/>
                <a:gd name="f174" fmla="*/ f138 1 1598614"/>
                <a:gd name="f175" fmla="*/ f139 1 1598614"/>
                <a:gd name="f176" fmla="*/ f140 1 1598614"/>
                <a:gd name="f177" fmla="*/ f141 1 1598614"/>
                <a:gd name="f178" fmla="*/ f142 1 1598614"/>
                <a:gd name="f179" fmla="*/ f143 1 1598614"/>
                <a:gd name="f180" fmla="*/ f144 1 1598614"/>
                <a:gd name="f181" fmla="*/ f145 1 1598614"/>
                <a:gd name="f182" fmla="*/ f102 1 f109"/>
                <a:gd name="f183" fmla="*/ f103 1 f109"/>
                <a:gd name="f184" fmla="*/ f102 1 f110"/>
                <a:gd name="f185" fmla="*/ f104 1 f110"/>
                <a:gd name="f186" fmla="*/ f147 1 f109"/>
                <a:gd name="f187" fmla="*/ f148 1 f110"/>
                <a:gd name="f188" fmla="*/ f149 1 f109"/>
                <a:gd name="f189" fmla="*/ f150 1 f110"/>
                <a:gd name="f190" fmla="*/ f151 1 f109"/>
                <a:gd name="f191" fmla="*/ f152 1 f110"/>
                <a:gd name="f192" fmla="*/ f153 1 f109"/>
                <a:gd name="f193" fmla="*/ f154 1 f109"/>
                <a:gd name="f194" fmla="*/ f155 1 f109"/>
                <a:gd name="f195" fmla="*/ f156 1 f109"/>
                <a:gd name="f196" fmla="*/ f157 1 f109"/>
                <a:gd name="f197" fmla="*/ f158 1 f109"/>
                <a:gd name="f198" fmla="*/ f159 1 f109"/>
                <a:gd name="f199" fmla="*/ f160 1 f109"/>
                <a:gd name="f200" fmla="*/ f161 1 f109"/>
                <a:gd name="f201" fmla="*/ f162 1 f109"/>
                <a:gd name="f202" fmla="*/ f163 1 f110"/>
                <a:gd name="f203" fmla="*/ f164 1 f109"/>
                <a:gd name="f204" fmla="*/ f165 1 f110"/>
                <a:gd name="f205" fmla="*/ f166 1 f109"/>
                <a:gd name="f206" fmla="*/ f167 1 f109"/>
                <a:gd name="f207" fmla="*/ f168 1 f110"/>
                <a:gd name="f208" fmla="*/ f169 1 f109"/>
                <a:gd name="f209" fmla="*/ f170 1 f109"/>
                <a:gd name="f210" fmla="*/ f171 1 f109"/>
                <a:gd name="f211" fmla="*/ f172 1 f109"/>
                <a:gd name="f212" fmla="*/ f173 1 f109"/>
                <a:gd name="f213" fmla="*/ f174 1 f109"/>
                <a:gd name="f214" fmla="*/ f175 1 f109"/>
                <a:gd name="f215" fmla="*/ f176 1 f109"/>
                <a:gd name="f216" fmla="*/ f177 1 f109"/>
                <a:gd name="f217" fmla="*/ f178 1 f109"/>
                <a:gd name="f218" fmla="*/ f179 1 f109"/>
                <a:gd name="f219" fmla="*/ f180 1 f109"/>
                <a:gd name="f220" fmla="*/ f181 1 f109"/>
                <a:gd name="f221" fmla="*/ f182 f100 1"/>
                <a:gd name="f222" fmla="*/ f183 f100 1"/>
                <a:gd name="f223" fmla="*/ f185 f101 1"/>
                <a:gd name="f224" fmla="*/ f184 f101 1"/>
                <a:gd name="f225" fmla="*/ f186 f100 1"/>
                <a:gd name="f226" fmla="*/ f187 f101 1"/>
                <a:gd name="f227" fmla="*/ f188 f100 1"/>
                <a:gd name="f228" fmla="*/ f189 f101 1"/>
                <a:gd name="f229" fmla="*/ f190 f100 1"/>
                <a:gd name="f230" fmla="*/ f191 f101 1"/>
                <a:gd name="f231" fmla="*/ f192 f100 1"/>
                <a:gd name="f232" fmla="*/ f193 f100 1"/>
                <a:gd name="f233" fmla="*/ f194 f100 1"/>
                <a:gd name="f234" fmla="*/ f195 f100 1"/>
                <a:gd name="f235" fmla="*/ f196 f100 1"/>
                <a:gd name="f236" fmla="*/ f197 f100 1"/>
                <a:gd name="f237" fmla="*/ f198 f100 1"/>
                <a:gd name="f238" fmla="*/ f199 f100 1"/>
                <a:gd name="f239" fmla="*/ f200 f100 1"/>
                <a:gd name="f240" fmla="*/ f201 f100 1"/>
                <a:gd name="f241" fmla="*/ f202 f101 1"/>
                <a:gd name="f242" fmla="*/ f203 f100 1"/>
                <a:gd name="f243" fmla="*/ f204 f101 1"/>
                <a:gd name="f244" fmla="*/ f205 f100 1"/>
                <a:gd name="f245" fmla="*/ f206 f100 1"/>
                <a:gd name="f246" fmla="*/ f207 f101 1"/>
                <a:gd name="f247" fmla="*/ f208 f100 1"/>
                <a:gd name="f248" fmla="*/ f209 f100 1"/>
                <a:gd name="f249" fmla="*/ f210 f100 1"/>
                <a:gd name="f250" fmla="*/ f211 f100 1"/>
                <a:gd name="f251" fmla="*/ f212 f100 1"/>
                <a:gd name="f252" fmla="*/ f213 f100 1"/>
                <a:gd name="f253" fmla="*/ f214 f100 1"/>
                <a:gd name="f254" fmla="*/ f215 f100 1"/>
                <a:gd name="f255" fmla="*/ f216 f100 1"/>
                <a:gd name="f256" fmla="*/ f217 f100 1"/>
                <a:gd name="f257" fmla="*/ f218 f100 1"/>
                <a:gd name="f258" fmla="*/ f219 f100 1"/>
                <a:gd name="f259" fmla="*/ f220 f10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46">
                  <a:pos x="f225" y="f226"/>
                </a:cxn>
                <a:cxn ang="f146">
                  <a:pos x="f227" y="f228"/>
                </a:cxn>
                <a:cxn ang="f146">
                  <a:pos x="f229" y="f230"/>
                </a:cxn>
                <a:cxn ang="f146">
                  <a:pos x="f231" y="f228"/>
                </a:cxn>
                <a:cxn ang="f146">
                  <a:pos x="f232" y="f226"/>
                </a:cxn>
                <a:cxn ang="f146">
                  <a:pos x="f232" y="f226"/>
                </a:cxn>
                <a:cxn ang="f146">
                  <a:pos x="f233" y="f228"/>
                </a:cxn>
                <a:cxn ang="f146">
                  <a:pos x="f234" y="f230"/>
                </a:cxn>
                <a:cxn ang="f146">
                  <a:pos x="f235" y="f228"/>
                </a:cxn>
                <a:cxn ang="f146">
                  <a:pos x="f236" y="f226"/>
                </a:cxn>
                <a:cxn ang="f146">
                  <a:pos x="f237" y="f228"/>
                </a:cxn>
                <a:cxn ang="f146">
                  <a:pos x="f238" y="f230"/>
                </a:cxn>
                <a:cxn ang="f146">
                  <a:pos x="f239" y="f228"/>
                </a:cxn>
                <a:cxn ang="f146">
                  <a:pos x="f240" y="f241"/>
                </a:cxn>
                <a:cxn ang="f146">
                  <a:pos x="f242" y="f243"/>
                </a:cxn>
                <a:cxn ang="f146">
                  <a:pos x="f244" y="f241"/>
                </a:cxn>
                <a:cxn ang="f146">
                  <a:pos x="f245" y="f246"/>
                </a:cxn>
                <a:cxn ang="f146">
                  <a:pos x="f247" y="f241"/>
                </a:cxn>
                <a:cxn ang="f146">
                  <a:pos x="f248" y="f243"/>
                </a:cxn>
                <a:cxn ang="f146">
                  <a:pos x="f249" y="f241"/>
                </a:cxn>
                <a:cxn ang="f146">
                  <a:pos x="f250" y="f246"/>
                </a:cxn>
                <a:cxn ang="f146">
                  <a:pos x="f250" y="f246"/>
                </a:cxn>
                <a:cxn ang="f146">
                  <a:pos x="f251" y="f241"/>
                </a:cxn>
                <a:cxn ang="f146">
                  <a:pos x="f252" y="f243"/>
                </a:cxn>
                <a:cxn ang="f146">
                  <a:pos x="f253" y="f241"/>
                </a:cxn>
                <a:cxn ang="f146">
                  <a:pos x="f254" y="f246"/>
                </a:cxn>
                <a:cxn ang="f146">
                  <a:pos x="f255" y="f241"/>
                </a:cxn>
                <a:cxn ang="f146">
                  <a:pos x="f256" y="f243"/>
                </a:cxn>
                <a:cxn ang="f146">
                  <a:pos x="f257" y="f241"/>
                </a:cxn>
                <a:cxn ang="f146">
                  <a:pos x="f258" y="f228"/>
                </a:cxn>
                <a:cxn ang="f146">
                  <a:pos x="f256" y="f230"/>
                </a:cxn>
                <a:cxn ang="f146">
                  <a:pos x="f259" y="f228"/>
                </a:cxn>
                <a:cxn ang="f146">
                  <a:pos x="f225" y="f226"/>
                </a:cxn>
              </a:cxnLst>
              <a:rect l="f221" t="f224" r="f222" b="f223"/>
              <a:pathLst>
                <a:path w="1598614" h="172939">
                  <a:moveTo>
                    <a:pt x="f8" y="f7"/>
                  </a:moveTo>
                  <a:cubicBezTo>
                    <a:pt x="f9" y="f7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7"/>
                  </a:cubicBezTo>
                  <a:cubicBezTo>
                    <a:pt x="f19" y="f17"/>
                    <a:pt x="f20" y="f15"/>
                    <a:pt x="f21" y="f13"/>
                  </a:cubicBezTo>
                  <a:cubicBezTo>
                    <a:pt x="f22" y="f11"/>
                    <a:pt x="f23" y="f7"/>
                    <a:pt x="f24" y="f7"/>
                  </a:cubicBezTo>
                  <a:cubicBezTo>
                    <a:pt x="f24" y="f7"/>
                    <a:pt x="f24" y="f7"/>
                    <a:pt x="f24" y="f7"/>
                  </a:cubicBezTo>
                  <a:cubicBezTo>
                    <a:pt x="f25" y="f7"/>
                    <a:pt x="f26" y="f11"/>
                    <a:pt x="f27" y="f13"/>
                  </a:cubicBezTo>
                  <a:cubicBezTo>
                    <a:pt x="f28" y="f15"/>
                    <a:pt x="f29" y="f17"/>
                    <a:pt x="f30" y="f17"/>
                  </a:cubicBezTo>
                  <a:cubicBezTo>
                    <a:pt x="f31" y="f17"/>
                    <a:pt x="f32" y="f15"/>
                    <a:pt x="f33" y="f13"/>
                  </a:cubicBezTo>
                  <a:cubicBezTo>
                    <a:pt x="f34" y="f11"/>
                    <a:pt x="f35" y="f7"/>
                    <a:pt x="f36" y="f7"/>
                  </a:cubicBezTo>
                  <a:cubicBezTo>
                    <a:pt x="f37" y="f7"/>
                    <a:pt x="f38" y="f11"/>
                    <a:pt x="f39" y="f13"/>
                  </a:cubicBezTo>
                  <a:cubicBezTo>
                    <a:pt x="f40" y="f15"/>
                    <a:pt x="f41" y="f17"/>
                    <a:pt x="f42" y="f17"/>
                  </a:cubicBezTo>
                  <a:cubicBezTo>
                    <a:pt x="f43" y="f17"/>
                    <a:pt x="f44" y="f15"/>
                    <a:pt x="f45" y="f13"/>
                  </a:cubicBezTo>
                  <a:lnTo>
                    <a:pt x="f5" y="f46"/>
                  </a:lnTo>
                  <a:cubicBezTo>
                    <a:pt x="f47" y="f48"/>
                    <a:pt x="f49" y="f5"/>
                    <a:pt x="f50" y="f5"/>
                  </a:cubicBezTo>
                  <a:cubicBezTo>
                    <a:pt x="f51" y="f5"/>
                    <a:pt x="f52" y="f48"/>
                    <a:pt x="f53" y="f46"/>
                  </a:cubicBezTo>
                  <a:cubicBezTo>
                    <a:pt x="f54" y="f55"/>
                    <a:pt x="f56" y="f57"/>
                    <a:pt x="f58" y="f57"/>
                  </a:cubicBezTo>
                  <a:cubicBezTo>
                    <a:pt x="f59" y="f57"/>
                    <a:pt x="f60" y="f55"/>
                    <a:pt x="f61" y="f46"/>
                  </a:cubicBezTo>
                  <a:cubicBezTo>
                    <a:pt x="f62" y="f48"/>
                    <a:pt x="f63" y="f5"/>
                    <a:pt x="f64" y="f5"/>
                  </a:cubicBezTo>
                  <a:cubicBezTo>
                    <a:pt x="f65" y="f5"/>
                    <a:pt x="f66" y="f48"/>
                    <a:pt x="f67" y="f46"/>
                  </a:cubicBezTo>
                  <a:cubicBezTo>
                    <a:pt x="f68" y="f55"/>
                    <a:pt x="f69" y="f57"/>
                    <a:pt x="f70" y="f57"/>
                  </a:cubicBezTo>
                  <a:lnTo>
                    <a:pt x="f70" y="f57"/>
                  </a:lnTo>
                  <a:cubicBezTo>
                    <a:pt x="f71" y="f57"/>
                    <a:pt x="f72" y="f55"/>
                    <a:pt x="f73" y="f46"/>
                  </a:cubicBezTo>
                  <a:cubicBezTo>
                    <a:pt x="f74" y="f48"/>
                    <a:pt x="f75" y="f5"/>
                    <a:pt x="f76" y="f5"/>
                  </a:cubicBezTo>
                  <a:cubicBezTo>
                    <a:pt x="f77" y="f5"/>
                    <a:pt x="f78" y="f48"/>
                    <a:pt x="f79" y="f46"/>
                  </a:cubicBezTo>
                  <a:cubicBezTo>
                    <a:pt x="f80" y="f55"/>
                    <a:pt x="f81" y="f57"/>
                    <a:pt x="f82" y="f57"/>
                  </a:cubicBezTo>
                  <a:cubicBezTo>
                    <a:pt x="f83" y="f57"/>
                    <a:pt x="f84" y="f55"/>
                    <a:pt x="f85" y="f46"/>
                  </a:cubicBezTo>
                  <a:cubicBezTo>
                    <a:pt x="f86" y="f48"/>
                    <a:pt x="f87" y="f5"/>
                    <a:pt x="f88" y="f5"/>
                  </a:cubicBezTo>
                  <a:cubicBezTo>
                    <a:pt x="f89" y="f5"/>
                    <a:pt x="f90" y="f48"/>
                    <a:pt x="f6" y="f46"/>
                  </a:cubicBezTo>
                  <a:lnTo>
                    <a:pt x="f91" y="f13"/>
                  </a:lnTo>
                  <a:cubicBezTo>
                    <a:pt x="f92" y="f15"/>
                    <a:pt x="f93" y="f17"/>
                    <a:pt x="f88" y="f17"/>
                  </a:cubicBezTo>
                  <a:cubicBezTo>
                    <a:pt x="f94" y="f17"/>
                    <a:pt x="f95" y="f15"/>
                    <a:pt x="f96" y="f13"/>
                  </a:cubicBezTo>
                  <a:cubicBezTo>
                    <a:pt x="f97" y="f11"/>
                    <a:pt x="f98" y="f7"/>
                    <a:pt x="f8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" name="Freeform: Shape 2088">
              <a:extLst>
                <a:ext uri="{FF2B5EF4-FFF2-40B4-BE49-F238E27FC236}">
                  <a16:creationId xmlns:a16="http://schemas.microsoft.com/office/drawing/2014/main" id="{B0E4EAC7-49CC-F279-1608-C6B6BA8998F3}"/>
                </a:ext>
              </a:extLst>
            </p:cNvPr>
            <p:cNvSpPr/>
            <p:nvPr/>
          </p:nvSpPr>
          <p:spPr>
            <a:xfrm>
              <a:off x="990825" y="1091857"/>
              <a:ext cx="1291644" cy="1395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98829"/>
                <a:gd name="f7" fmla="val 172724"/>
                <a:gd name="f8" fmla="val 1248648"/>
                <a:gd name="f9" fmla="val 1194229"/>
                <a:gd name="f10" fmla="val 1146046"/>
                <a:gd name="f11" fmla="val 141965"/>
                <a:gd name="f12" fmla="val 1123031"/>
                <a:gd name="f13" fmla="val 92492"/>
                <a:gd name="f14" fmla="val 1104962"/>
                <a:gd name="f15" fmla="val 53560"/>
                <a:gd name="f16" fmla="val 1067105"/>
                <a:gd name="f17" fmla="val 29253"/>
                <a:gd name="f18" fmla="val 1024085"/>
                <a:gd name="f19" fmla="val 981066"/>
                <a:gd name="f20" fmla="val 943208"/>
                <a:gd name="f21" fmla="val 925140"/>
                <a:gd name="f22" fmla="val 902124"/>
                <a:gd name="f23" fmla="val 853942"/>
                <a:gd name="f24" fmla="val 799522"/>
                <a:gd name="f25" fmla="val 744887"/>
                <a:gd name="f26" fmla="val 696920"/>
                <a:gd name="f27" fmla="val 673905"/>
                <a:gd name="f28" fmla="val 655836"/>
                <a:gd name="f29" fmla="val 617979"/>
                <a:gd name="f30" fmla="val 574959"/>
                <a:gd name="f31" fmla="val 531939"/>
                <a:gd name="f32" fmla="val 494082"/>
                <a:gd name="f33" fmla="val 476014"/>
                <a:gd name="f34" fmla="val 452998"/>
                <a:gd name="f35" fmla="val 405031"/>
                <a:gd name="f36" fmla="val 350396"/>
                <a:gd name="f37" fmla="val 295976"/>
                <a:gd name="f38" fmla="val 247794"/>
                <a:gd name="f39" fmla="val 224778"/>
                <a:gd name="f40" fmla="val 206710"/>
                <a:gd name="f41" fmla="val 168853"/>
                <a:gd name="f42" fmla="val 125833"/>
                <a:gd name="f43" fmla="val 82813"/>
                <a:gd name="f44" fmla="val 44956"/>
                <a:gd name="f45" fmla="val 26887"/>
                <a:gd name="f46" fmla="val 80232"/>
                <a:gd name="f47" fmla="val 23016"/>
                <a:gd name="f48" fmla="val 30759"/>
                <a:gd name="f49" fmla="val 70983"/>
                <a:gd name="f50" fmla="val 125618"/>
                <a:gd name="f51" fmla="val 180253"/>
                <a:gd name="f52" fmla="val 228220"/>
                <a:gd name="f53" fmla="val 251235"/>
                <a:gd name="f54" fmla="val 269304"/>
                <a:gd name="f55" fmla="val 119165"/>
                <a:gd name="f56" fmla="val 307376"/>
                <a:gd name="f57" fmla="val 143471"/>
                <a:gd name="f58" fmla="val 350181"/>
                <a:gd name="f59" fmla="val 393201"/>
                <a:gd name="f60" fmla="val 431058"/>
                <a:gd name="f61" fmla="val 449126"/>
                <a:gd name="f62" fmla="val 472142"/>
                <a:gd name="f63" fmla="val 520324"/>
                <a:gd name="f64" fmla="val 574744"/>
                <a:gd name="f65" fmla="val 629164"/>
                <a:gd name="f66" fmla="val 677346"/>
                <a:gd name="f67" fmla="val 700362"/>
                <a:gd name="f68" fmla="val 718430"/>
                <a:gd name="f69" fmla="val 756287"/>
                <a:gd name="f70" fmla="val 799307"/>
                <a:gd name="f71" fmla="val 842327"/>
                <a:gd name="f72" fmla="val 880184"/>
                <a:gd name="f73" fmla="val 898253"/>
                <a:gd name="f74" fmla="val 921483"/>
                <a:gd name="f75" fmla="val 969450"/>
                <a:gd name="f76" fmla="val 1078720"/>
                <a:gd name="f77" fmla="val 1126688"/>
                <a:gd name="f78" fmla="val 1149703"/>
                <a:gd name="f79" fmla="val 1167771"/>
                <a:gd name="f80" fmla="val 1205629"/>
                <a:gd name="f81" fmla="val 1291668"/>
                <a:gd name="f82" fmla="val 1329526"/>
                <a:gd name="f83" fmla="val 1347594"/>
                <a:gd name="f84" fmla="val 1370610"/>
                <a:gd name="f85" fmla="val 1418792"/>
                <a:gd name="f86" fmla="val 1473212"/>
                <a:gd name="f87" fmla="val 1527847"/>
                <a:gd name="f88" fmla="val 1576029"/>
                <a:gd name="f89" fmla="val 1572157"/>
                <a:gd name="f90" fmla="val 1554089"/>
                <a:gd name="f91" fmla="val 1516016"/>
                <a:gd name="f92" fmla="val 1430192"/>
                <a:gd name="f93" fmla="val 1392335"/>
                <a:gd name="f94" fmla="val 1374266"/>
                <a:gd name="f95" fmla="val 1351251"/>
                <a:gd name="f96" fmla="val 1303069"/>
                <a:gd name="f97" fmla="+- 0 0 -90"/>
                <a:gd name="f98" fmla="*/ f3 1 1598829"/>
                <a:gd name="f99" fmla="*/ f4 1 172724"/>
                <a:gd name="f100" fmla="val f5"/>
                <a:gd name="f101" fmla="val f6"/>
                <a:gd name="f102" fmla="val f7"/>
                <a:gd name="f103" fmla="*/ f97 f0 1"/>
                <a:gd name="f104" fmla="+- f102 0 f100"/>
                <a:gd name="f105" fmla="+- f101 0 f100"/>
                <a:gd name="f106" fmla="*/ f103 1 f2"/>
                <a:gd name="f107" fmla="*/ f105 1 1598829"/>
                <a:gd name="f108" fmla="*/ f104 1 172724"/>
                <a:gd name="f109" fmla="*/ 1248648 f105 1"/>
                <a:gd name="f110" fmla="*/ 172724 f104 1"/>
                <a:gd name="f111" fmla="*/ 1123031 f105 1"/>
                <a:gd name="f112" fmla="*/ 92492 f104 1"/>
                <a:gd name="f113" fmla="*/ 1024085 f105 1"/>
                <a:gd name="f114" fmla="*/ 29253 f104 1"/>
                <a:gd name="f115" fmla="*/ 925140 f105 1"/>
                <a:gd name="f116" fmla="*/ 799522 f105 1"/>
                <a:gd name="f117" fmla="*/ 673905 f105 1"/>
                <a:gd name="f118" fmla="*/ 574959 f105 1"/>
                <a:gd name="f119" fmla="*/ 476014 f105 1"/>
                <a:gd name="f120" fmla="*/ 350396 f105 1"/>
                <a:gd name="f121" fmla="*/ 224778 f105 1"/>
                <a:gd name="f122" fmla="*/ 125833 f105 1"/>
                <a:gd name="f123" fmla="*/ 26887 f105 1"/>
                <a:gd name="f124" fmla="*/ 0 f105 1"/>
                <a:gd name="f125" fmla="*/ 80232 f104 1"/>
                <a:gd name="f126" fmla="*/ 125618 f105 1"/>
                <a:gd name="f127" fmla="*/ 0 f104 1"/>
                <a:gd name="f128" fmla="*/ 251235 f105 1"/>
                <a:gd name="f129" fmla="*/ 350181 f105 1"/>
                <a:gd name="f130" fmla="*/ 143471 f104 1"/>
                <a:gd name="f131" fmla="*/ 449126 f105 1"/>
                <a:gd name="f132" fmla="*/ 574744 f105 1"/>
                <a:gd name="f133" fmla="*/ 700362 f105 1"/>
                <a:gd name="f134" fmla="*/ 799307 f105 1"/>
                <a:gd name="f135" fmla="*/ 898253 f105 1"/>
                <a:gd name="f136" fmla="*/ 1149703 f105 1"/>
                <a:gd name="f137" fmla="*/ 1347594 f105 1"/>
                <a:gd name="f138" fmla="*/ 1473212 f105 1"/>
                <a:gd name="f139" fmla="*/ 1598829 f105 1"/>
                <a:gd name="f140" fmla="*/ 1572157 f105 1"/>
                <a:gd name="f141" fmla="*/ 1374266 f105 1"/>
                <a:gd name="f142" fmla="+- f106 0 f1"/>
                <a:gd name="f143" fmla="*/ f109 1 1598829"/>
                <a:gd name="f144" fmla="*/ f110 1 172724"/>
                <a:gd name="f145" fmla="*/ f111 1 1598829"/>
                <a:gd name="f146" fmla="*/ f112 1 172724"/>
                <a:gd name="f147" fmla="*/ f113 1 1598829"/>
                <a:gd name="f148" fmla="*/ f114 1 172724"/>
                <a:gd name="f149" fmla="*/ f115 1 1598829"/>
                <a:gd name="f150" fmla="*/ f116 1 1598829"/>
                <a:gd name="f151" fmla="*/ f117 1 1598829"/>
                <a:gd name="f152" fmla="*/ f118 1 1598829"/>
                <a:gd name="f153" fmla="*/ f119 1 1598829"/>
                <a:gd name="f154" fmla="*/ f120 1 1598829"/>
                <a:gd name="f155" fmla="*/ f121 1 1598829"/>
                <a:gd name="f156" fmla="*/ f122 1 1598829"/>
                <a:gd name="f157" fmla="*/ f123 1 1598829"/>
                <a:gd name="f158" fmla="*/ f124 1 1598829"/>
                <a:gd name="f159" fmla="*/ f125 1 172724"/>
                <a:gd name="f160" fmla="*/ f126 1 1598829"/>
                <a:gd name="f161" fmla="*/ f127 1 172724"/>
                <a:gd name="f162" fmla="*/ f128 1 1598829"/>
                <a:gd name="f163" fmla="*/ f129 1 1598829"/>
                <a:gd name="f164" fmla="*/ f130 1 172724"/>
                <a:gd name="f165" fmla="*/ f131 1 1598829"/>
                <a:gd name="f166" fmla="*/ f132 1 1598829"/>
                <a:gd name="f167" fmla="*/ f133 1 1598829"/>
                <a:gd name="f168" fmla="*/ f134 1 1598829"/>
                <a:gd name="f169" fmla="*/ f135 1 1598829"/>
                <a:gd name="f170" fmla="*/ f136 1 1598829"/>
                <a:gd name="f171" fmla="*/ f137 1 1598829"/>
                <a:gd name="f172" fmla="*/ f138 1 1598829"/>
                <a:gd name="f173" fmla="*/ f139 1 1598829"/>
                <a:gd name="f174" fmla="*/ f140 1 1598829"/>
                <a:gd name="f175" fmla="*/ f141 1 1598829"/>
                <a:gd name="f176" fmla="*/ f100 1 f107"/>
                <a:gd name="f177" fmla="*/ f101 1 f107"/>
                <a:gd name="f178" fmla="*/ f100 1 f108"/>
                <a:gd name="f179" fmla="*/ f102 1 f108"/>
                <a:gd name="f180" fmla="*/ f143 1 f107"/>
                <a:gd name="f181" fmla="*/ f144 1 f108"/>
                <a:gd name="f182" fmla="*/ f145 1 f107"/>
                <a:gd name="f183" fmla="*/ f146 1 f108"/>
                <a:gd name="f184" fmla="*/ f147 1 f107"/>
                <a:gd name="f185" fmla="*/ f148 1 f108"/>
                <a:gd name="f186" fmla="*/ f149 1 f107"/>
                <a:gd name="f187" fmla="*/ f150 1 f107"/>
                <a:gd name="f188" fmla="*/ f151 1 f107"/>
                <a:gd name="f189" fmla="*/ f152 1 f107"/>
                <a:gd name="f190" fmla="*/ f153 1 f107"/>
                <a:gd name="f191" fmla="*/ f154 1 f107"/>
                <a:gd name="f192" fmla="*/ f155 1 f107"/>
                <a:gd name="f193" fmla="*/ f156 1 f107"/>
                <a:gd name="f194" fmla="*/ f157 1 f107"/>
                <a:gd name="f195" fmla="*/ f158 1 f107"/>
                <a:gd name="f196" fmla="*/ f159 1 f108"/>
                <a:gd name="f197" fmla="*/ f160 1 f107"/>
                <a:gd name="f198" fmla="*/ f161 1 f108"/>
                <a:gd name="f199" fmla="*/ f162 1 f107"/>
                <a:gd name="f200" fmla="*/ f163 1 f107"/>
                <a:gd name="f201" fmla="*/ f164 1 f108"/>
                <a:gd name="f202" fmla="*/ f165 1 f107"/>
                <a:gd name="f203" fmla="*/ f166 1 f107"/>
                <a:gd name="f204" fmla="*/ f167 1 f107"/>
                <a:gd name="f205" fmla="*/ f168 1 f107"/>
                <a:gd name="f206" fmla="*/ f169 1 f107"/>
                <a:gd name="f207" fmla="*/ f170 1 f107"/>
                <a:gd name="f208" fmla="*/ f171 1 f107"/>
                <a:gd name="f209" fmla="*/ f172 1 f107"/>
                <a:gd name="f210" fmla="*/ f173 1 f107"/>
                <a:gd name="f211" fmla="*/ f174 1 f107"/>
                <a:gd name="f212" fmla="*/ f175 1 f107"/>
                <a:gd name="f213" fmla="*/ f176 f98 1"/>
                <a:gd name="f214" fmla="*/ f177 f98 1"/>
                <a:gd name="f215" fmla="*/ f179 f99 1"/>
                <a:gd name="f216" fmla="*/ f178 f99 1"/>
                <a:gd name="f217" fmla="*/ f180 f98 1"/>
                <a:gd name="f218" fmla="*/ f181 f99 1"/>
                <a:gd name="f219" fmla="*/ f182 f98 1"/>
                <a:gd name="f220" fmla="*/ f183 f99 1"/>
                <a:gd name="f221" fmla="*/ f184 f98 1"/>
                <a:gd name="f222" fmla="*/ f185 f99 1"/>
                <a:gd name="f223" fmla="*/ f186 f98 1"/>
                <a:gd name="f224" fmla="*/ f187 f98 1"/>
                <a:gd name="f225" fmla="*/ f188 f98 1"/>
                <a:gd name="f226" fmla="*/ f189 f98 1"/>
                <a:gd name="f227" fmla="*/ f190 f98 1"/>
                <a:gd name="f228" fmla="*/ f191 f98 1"/>
                <a:gd name="f229" fmla="*/ f192 f98 1"/>
                <a:gd name="f230" fmla="*/ f193 f98 1"/>
                <a:gd name="f231" fmla="*/ f194 f98 1"/>
                <a:gd name="f232" fmla="*/ f195 f98 1"/>
                <a:gd name="f233" fmla="*/ f196 f99 1"/>
                <a:gd name="f234" fmla="*/ f197 f98 1"/>
                <a:gd name="f235" fmla="*/ f198 f99 1"/>
                <a:gd name="f236" fmla="*/ f199 f98 1"/>
                <a:gd name="f237" fmla="*/ f200 f98 1"/>
                <a:gd name="f238" fmla="*/ f201 f99 1"/>
                <a:gd name="f239" fmla="*/ f202 f98 1"/>
                <a:gd name="f240" fmla="*/ f203 f98 1"/>
                <a:gd name="f241" fmla="*/ f204 f98 1"/>
                <a:gd name="f242" fmla="*/ f205 f98 1"/>
                <a:gd name="f243" fmla="*/ f206 f98 1"/>
                <a:gd name="f244" fmla="*/ f207 f98 1"/>
                <a:gd name="f245" fmla="*/ f208 f98 1"/>
                <a:gd name="f246" fmla="*/ f209 f98 1"/>
                <a:gd name="f247" fmla="*/ f210 f98 1"/>
                <a:gd name="f248" fmla="*/ f211 f98 1"/>
                <a:gd name="f249" fmla="*/ f212 f9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42">
                  <a:pos x="f217" y="f218"/>
                </a:cxn>
                <a:cxn ang="f142">
                  <a:pos x="f219" y="f220"/>
                </a:cxn>
                <a:cxn ang="f142">
                  <a:pos x="f221" y="f222"/>
                </a:cxn>
                <a:cxn ang="f142">
                  <a:pos x="f223" y="f220"/>
                </a:cxn>
                <a:cxn ang="f142">
                  <a:pos x="f224" y="f218"/>
                </a:cxn>
                <a:cxn ang="f142">
                  <a:pos x="f224" y="f218"/>
                </a:cxn>
                <a:cxn ang="f142">
                  <a:pos x="f225" y="f220"/>
                </a:cxn>
                <a:cxn ang="f142">
                  <a:pos x="f226" y="f222"/>
                </a:cxn>
                <a:cxn ang="f142">
                  <a:pos x="f227" y="f220"/>
                </a:cxn>
                <a:cxn ang="f142">
                  <a:pos x="f228" y="f218"/>
                </a:cxn>
                <a:cxn ang="f142">
                  <a:pos x="f229" y="f220"/>
                </a:cxn>
                <a:cxn ang="f142">
                  <a:pos x="f230" y="f222"/>
                </a:cxn>
                <a:cxn ang="f142">
                  <a:pos x="f231" y="f220"/>
                </a:cxn>
                <a:cxn ang="f142">
                  <a:pos x="f232" y="f233"/>
                </a:cxn>
                <a:cxn ang="f142">
                  <a:pos x="f234" y="f235"/>
                </a:cxn>
                <a:cxn ang="f142">
                  <a:pos x="f236" y="f233"/>
                </a:cxn>
                <a:cxn ang="f142">
                  <a:pos x="f237" y="f238"/>
                </a:cxn>
                <a:cxn ang="f142">
                  <a:pos x="f239" y="f233"/>
                </a:cxn>
                <a:cxn ang="f142">
                  <a:pos x="f240" y="f235"/>
                </a:cxn>
                <a:cxn ang="f142">
                  <a:pos x="f241" y="f233"/>
                </a:cxn>
                <a:cxn ang="f142">
                  <a:pos x="f242" y="f238"/>
                </a:cxn>
                <a:cxn ang="f142">
                  <a:pos x="f242" y="f238"/>
                </a:cxn>
                <a:cxn ang="f142">
                  <a:pos x="f243" y="f233"/>
                </a:cxn>
                <a:cxn ang="f142">
                  <a:pos x="f221" y="f235"/>
                </a:cxn>
                <a:cxn ang="f142">
                  <a:pos x="f244" y="f233"/>
                </a:cxn>
                <a:cxn ang="f142">
                  <a:pos x="f217" y="f238"/>
                </a:cxn>
                <a:cxn ang="f142">
                  <a:pos x="f245" y="f233"/>
                </a:cxn>
                <a:cxn ang="f142">
                  <a:pos x="f246" y="f235"/>
                </a:cxn>
                <a:cxn ang="f142">
                  <a:pos x="f247" y="f233"/>
                </a:cxn>
                <a:cxn ang="f142">
                  <a:pos x="f248" y="f220"/>
                </a:cxn>
                <a:cxn ang="f142">
                  <a:pos x="f246" y="f222"/>
                </a:cxn>
                <a:cxn ang="f142">
                  <a:pos x="f249" y="f220"/>
                </a:cxn>
                <a:cxn ang="f142">
                  <a:pos x="f217" y="f218"/>
                </a:cxn>
              </a:cxnLst>
              <a:rect l="f213" t="f216" r="f214" b="f215"/>
              <a:pathLst>
                <a:path w="1598829" h="172724">
                  <a:moveTo>
                    <a:pt x="f8" y="f7"/>
                  </a:moveTo>
                  <a:cubicBezTo>
                    <a:pt x="f9" y="f7"/>
                    <a:pt x="f10" y="f11"/>
                    <a:pt x="f12" y="f13"/>
                  </a:cubicBezTo>
                  <a:cubicBezTo>
                    <a:pt x="f14" y="f15"/>
                    <a:pt x="f16" y="f17"/>
                    <a:pt x="f18" y="f17"/>
                  </a:cubicBezTo>
                  <a:cubicBezTo>
                    <a:pt x="f19" y="f17"/>
                    <a:pt x="f20" y="f15"/>
                    <a:pt x="f21" y="f13"/>
                  </a:cubicBezTo>
                  <a:cubicBezTo>
                    <a:pt x="f22" y="f11"/>
                    <a:pt x="f23" y="f7"/>
                    <a:pt x="f24" y="f7"/>
                  </a:cubicBezTo>
                  <a:cubicBezTo>
                    <a:pt x="f24" y="f7"/>
                    <a:pt x="f24" y="f7"/>
                    <a:pt x="f24" y="f7"/>
                  </a:cubicBezTo>
                  <a:cubicBezTo>
                    <a:pt x="f25" y="f7"/>
                    <a:pt x="f26" y="f11"/>
                    <a:pt x="f27" y="f13"/>
                  </a:cubicBezTo>
                  <a:cubicBezTo>
                    <a:pt x="f28" y="f15"/>
                    <a:pt x="f29" y="f17"/>
                    <a:pt x="f30" y="f17"/>
                  </a:cubicBezTo>
                  <a:cubicBezTo>
                    <a:pt x="f31" y="f17"/>
                    <a:pt x="f32" y="f15"/>
                    <a:pt x="f33" y="f13"/>
                  </a:cubicBezTo>
                  <a:cubicBezTo>
                    <a:pt x="f34" y="f11"/>
                    <a:pt x="f35" y="f7"/>
                    <a:pt x="f36" y="f7"/>
                  </a:cubicBezTo>
                  <a:cubicBezTo>
                    <a:pt x="f37" y="f7"/>
                    <a:pt x="f38" y="f11"/>
                    <a:pt x="f39" y="f13"/>
                  </a:cubicBezTo>
                  <a:cubicBezTo>
                    <a:pt x="f40" y="f15"/>
                    <a:pt x="f41" y="f17"/>
                    <a:pt x="f42" y="f17"/>
                  </a:cubicBezTo>
                  <a:cubicBezTo>
                    <a:pt x="f43" y="f17"/>
                    <a:pt x="f44" y="f15"/>
                    <a:pt x="f45" y="f13"/>
                  </a:cubicBezTo>
                  <a:lnTo>
                    <a:pt x="f5" y="f46"/>
                  </a:lnTo>
                  <a:cubicBezTo>
                    <a:pt x="f47" y="f48"/>
                    <a:pt x="f49" y="f5"/>
                    <a:pt x="f50" y="f5"/>
                  </a:cubicBezTo>
                  <a:cubicBezTo>
                    <a:pt x="f51" y="f5"/>
                    <a:pt x="f52" y="f48"/>
                    <a:pt x="f53" y="f46"/>
                  </a:cubicBezTo>
                  <a:cubicBezTo>
                    <a:pt x="f54" y="f55"/>
                    <a:pt x="f56" y="f57"/>
                    <a:pt x="f58" y="f57"/>
                  </a:cubicBezTo>
                  <a:cubicBezTo>
                    <a:pt x="f59" y="f57"/>
                    <a:pt x="f60" y="f55"/>
                    <a:pt x="f61" y="f46"/>
                  </a:cubicBezTo>
                  <a:cubicBezTo>
                    <a:pt x="f62" y="f48"/>
                    <a:pt x="f63" y="f5"/>
                    <a:pt x="f64" y="f5"/>
                  </a:cubicBezTo>
                  <a:cubicBezTo>
                    <a:pt x="f65" y="f5"/>
                    <a:pt x="f66" y="f48"/>
                    <a:pt x="f67" y="f46"/>
                  </a:cubicBezTo>
                  <a:cubicBezTo>
                    <a:pt x="f68" y="f55"/>
                    <a:pt x="f69" y="f57"/>
                    <a:pt x="f70" y="f57"/>
                  </a:cubicBezTo>
                  <a:lnTo>
                    <a:pt x="f70" y="f57"/>
                  </a:lnTo>
                  <a:cubicBezTo>
                    <a:pt x="f71" y="f57"/>
                    <a:pt x="f72" y="f55"/>
                    <a:pt x="f73" y="f46"/>
                  </a:cubicBezTo>
                  <a:cubicBezTo>
                    <a:pt x="f74" y="f48"/>
                    <a:pt x="f75" y="f5"/>
                    <a:pt x="f18" y="f5"/>
                  </a:cubicBezTo>
                  <a:cubicBezTo>
                    <a:pt x="f76" y="f5"/>
                    <a:pt x="f77" y="f48"/>
                    <a:pt x="f78" y="f46"/>
                  </a:cubicBezTo>
                  <a:cubicBezTo>
                    <a:pt x="f79" y="f55"/>
                    <a:pt x="f80" y="f57"/>
                    <a:pt x="f8" y="f57"/>
                  </a:cubicBezTo>
                  <a:cubicBezTo>
                    <a:pt x="f81" y="f57"/>
                    <a:pt x="f82" y="f55"/>
                    <a:pt x="f83" y="f46"/>
                  </a:cubicBezTo>
                  <a:cubicBezTo>
                    <a:pt x="f84" y="f48"/>
                    <a:pt x="f85" y="f5"/>
                    <a:pt x="f86" y="f5"/>
                  </a:cubicBezTo>
                  <a:cubicBezTo>
                    <a:pt x="f87" y="f5"/>
                    <a:pt x="f88" y="f48"/>
                    <a:pt x="f6" y="f46"/>
                  </a:cubicBezTo>
                  <a:lnTo>
                    <a:pt x="f89" y="f13"/>
                  </a:lnTo>
                  <a:cubicBezTo>
                    <a:pt x="f90" y="f15"/>
                    <a:pt x="f91" y="f17"/>
                    <a:pt x="f86" y="f17"/>
                  </a:cubicBezTo>
                  <a:cubicBezTo>
                    <a:pt x="f92" y="f17"/>
                    <a:pt x="f93" y="f15"/>
                    <a:pt x="f94" y="f13"/>
                  </a:cubicBezTo>
                  <a:cubicBezTo>
                    <a:pt x="f95" y="f11"/>
                    <a:pt x="f96" y="f7"/>
                    <a:pt x="f8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pic>
        <p:nvPicPr>
          <p:cNvPr id="14" name="Picture 4">
            <a:extLst>
              <a:ext uri="{FF2B5EF4-FFF2-40B4-BE49-F238E27FC236}">
                <a16:creationId xmlns:a16="http://schemas.microsoft.com/office/drawing/2014/main" id="{70B6E384-D437-6093-C3FB-410E57590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72" y="900135"/>
            <a:ext cx="2584798" cy="170929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Oval 2090">
            <a:extLst>
              <a:ext uri="{FF2B5EF4-FFF2-40B4-BE49-F238E27FC236}">
                <a16:creationId xmlns:a16="http://schemas.microsoft.com/office/drawing/2014/main" id="{BA2BD65D-AEA5-33B6-49EF-1EEFD32C0DB3}"/>
              </a:ext>
            </a:extLst>
          </p:cNvPr>
          <p:cNvSpPr>
            <a:spLocks noMove="1" noResize="1"/>
          </p:cNvSpPr>
          <p:nvPr/>
        </p:nvSpPr>
        <p:spPr>
          <a:xfrm>
            <a:off x="459092" y="3195233"/>
            <a:ext cx="3281681" cy="3281681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grpSp>
        <p:nvGrpSpPr>
          <p:cNvPr id="17" name="Graphic 4">
            <a:extLst>
              <a:ext uri="{FF2B5EF4-FFF2-40B4-BE49-F238E27FC236}">
                <a16:creationId xmlns:a16="http://schemas.microsoft.com/office/drawing/2014/main" id="{9C75B520-006E-66F8-DCE7-1CF0653D28A3}"/>
              </a:ext>
            </a:extLst>
          </p:cNvPr>
          <p:cNvGrpSpPr/>
          <p:nvPr/>
        </p:nvGrpSpPr>
        <p:grpSpPr>
          <a:xfrm>
            <a:off x="3997583" y="3139254"/>
            <a:ext cx="1330533" cy="1330524"/>
            <a:chOff x="3997583" y="3139254"/>
            <a:chExt cx="1330533" cy="1330524"/>
          </a:xfrm>
        </p:grpSpPr>
        <p:sp>
          <p:nvSpPr>
            <p:cNvPr id="18" name="Freeform: Shape 2093">
              <a:extLst>
                <a:ext uri="{FF2B5EF4-FFF2-40B4-BE49-F238E27FC236}">
                  <a16:creationId xmlns:a16="http://schemas.microsoft.com/office/drawing/2014/main" id="{3B8B071C-7268-04DF-9101-2AFB9DD52C9A}"/>
                </a:ext>
              </a:extLst>
            </p:cNvPr>
            <p:cNvSpPr/>
            <p:nvPr/>
          </p:nvSpPr>
          <p:spPr>
            <a:xfrm>
              <a:off x="3997583" y="3139254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7"/>
                <a:gd name="f8" fmla="val 7049"/>
                <a:gd name="f9" fmla="val 10954"/>
                <a:gd name="f10" fmla="val 11049"/>
                <a:gd name="f11" fmla="val 7144"/>
                <a:gd name="f12" fmla="val 3239"/>
                <a:gd name="f13" fmla="val 3143"/>
                <a:gd name="f14" fmla="+- 0 0 -90"/>
                <a:gd name="f15" fmla="*/ f3 1 14192"/>
                <a:gd name="f16" fmla="*/ f4 1 14097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14192"/>
                <a:gd name="f25" fmla="*/ f21 1 14097"/>
                <a:gd name="f26" fmla="*/ 14192 f22 1"/>
                <a:gd name="f27" fmla="*/ 7049 f21 1"/>
                <a:gd name="f28" fmla="*/ 7144 f22 1"/>
                <a:gd name="f29" fmla="*/ 14097 f21 1"/>
                <a:gd name="f30" fmla="*/ 0 f22 1"/>
                <a:gd name="f31" fmla="*/ 7049 f22 1"/>
                <a:gd name="f32" fmla="*/ 0 f21 1"/>
                <a:gd name="f33" fmla="+- f23 0 f1"/>
                <a:gd name="f34" fmla="*/ f26 1 14192"/>
                <a:gd name="f35" fmla="*/ f27 1 14097"/>
                <a:gd name="f36" fmla="*/ f28 1 14192"/>
                <a:gd name="f37" fmla="*/ f29 1 14097"/>
                <a:gd name="f38" fmla="*/ f30 1 14192"/>
                <a:gd name="f39" fmla="*/ f31 1 14192"/>
                <a:gd name="f40" fmla="*/ f32 1 14097"/>
                <a:gd name="f41" fmla="*/ f17 1 f24"/>
                <a:gd name="f42" fmla="*/ f18 1 f24"/>
                <a:gd name="f43" fmla="*/ f17 1 f25"/>
                <a:gd name="f44" fmla="*/ f19 1 f25"/>
                <a:gd name="f45" fmla="*/ f34 1 f24"/>
                <a:gd name="f46" fmla="*/ f35 1 f25"/>
                <a:gd name="f47" fmla="*/ f36 1 f24"/>
                <a:gd name="f48" fmla="*/ f37 1 f25"/>
                <a:gd name="f49" fmla="*/ f38 1 f24"/>
                <a:gd name="f50" fmla="*/ f39 1 f24"/>
                <a:gd name="f51" fmla="*/ f40 1 f25"/>
                <a:gd name="f52" fmla="*/ f41 f15 1"/>
                <a:gd name="f53" fmla="*/ f42 f15 1"/>
                <a:gd name="f54" fmla="*/ f44 f16 1"/>
                <a:gd name="f55" fmla="*/ f43 f16 1"/>
                <a:gd name="f56" fmla="*/ f45 f15 1"/>
                <a:gd name="f57" fmla="*/ f46 f16 1"/>
                <a:gd name="f58" fmla="*/ f47 f15 1"/>
                <a:gd name="f59" fmla="*/ f48 f16 1"/>
                <a:gd name="f60" fmla="*/ f49 f15 1"/>
                <a:gd name="f61" fmla="*/ f50 f15 1"/>
                <a:gd name="f62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57"/>
                </a:cxn>
                <a:cxn ang="f33">
                  <a:pos x="f58" y="f59"/>
                </a:cxn>
                <a:cxn ang="f33">
                  <a:pos x="f60" y="f57"/>
                </a:cxn>
                <a:cxn ang="f33">
                  <a:pos x="f61" y="f62"/>
                </a:cxn>
                <a:cxn ang="f33">
                  <a:pos x="f56" y="f57"/>
                </a:cxn>
              </a:cxnLst>
              <a:rect l="f52" t="f55" r="f53" b="f54"/>
              <a:pathLst>
                <a:path w="14192" h="14097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3" y="f5"/>
                    <a:pt x="f8" y="f5"/>
                  </a:cubicBezTo>
                  <a:cubicBezTo>
                    <a:pt x="f9" y="f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9" name="Freeform: Shape 2094">
              <a:extLst>
                <a:ext uri="{FF2B5EF4-FFF2-40B4-BE49-F238E27FC236}">
                  <a16:creationId xmlns:a16="http://schemas.microsoft.com/office/drawing/2014/main" id="{EF3F50BF-4868-0BC9-1D5F-8A65C7CE7030}"/>
                </a:ext>
              </a:extLst>
            </p:cNvPr>
            <p:cNvSpPr/>
            <p:nvPr/>
          </p:nvSpPr>
          <p:spPr>
            <a:xfrm>
              <a:off x="4106387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9"/>
                <a:gd name="f8" fmla="val 10941"/>
                <a:gd name="f9" fmla="val 3156"/>
                <a:gd name="f10" fmla="+- 0 0 -90"/>
                <a:gd name="f11" fmla="*/ f3 1 14097"/>
                <a:gd name="f12" fmla="*/ f4 1 14097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14097"/>
                <a:gd name="f19" fmla="*/ 14097 f16 1"/>
                <a:gd name="f20" fmla="*/ 7049 f16 1"/>
                <a:gd name="f21" fmla="*/ 0 f16 1"/>
                <a:gd name="f22" fmla="+- f17 0 f1"/>
                <a:gd name="f23" fmla="*/ f19 1 14097"/>
                <a:gd name="f24" fmla="*/ f20 1 14097"/>
                <a:gd name="f25" fmla="*/ f21 1 14097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9" y="f5"/>
                    <a:pt x="f7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0" name="Freeform: Shape 2095">
              <a:extLst>
                <a:ext uri="{FF2B5EF4-FFF2-40B4-BE49-F238E27FC236}">
                  <a16:creationId xmlns:a16="http://schemas.microsoft.com/office/drawing/2014/main" id="{3C01190B-C403-BF4F-4899-89570BAC000E}"/>
                </a:ext>
              </a:extLst>
            </p:cNvPr>
            <p:cNvSpPr/>
            <p:nvPr/>
          </p:nvSpPr>
          <p:spPr>
            <a:xfrm>
              <a:off x="4215027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1" name="Freeform: Shape 2096">
              <a:extLst>
                <a:ext uri="{FF2B5EF4-FFF2-40B4-BE49-F238E27FC236}">
                  <a16:creationId xmlns:a16="http://schemas.microsoft.com/office/drawing/2014/main" id="{971A1BBB-DB20-22C8-79B9-D2F81E2BB7FB}"/>
                </a:ext>
              </a:extLst>
            </p:cNvPr>
            <p:cNvSpPr/>
            <p:nvPr/>
          </p:nvSpPr>
          <p:spPr>
            <a:xfrm>
              <a:off x="4323831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2" name="Freeform: Shape 2097">
              <a:extLst>
                <a:ext uri="{FF2B5EF4-FFF2-40B4-BE49-F238E27FC236}">
                  <a16:creationId xmlns:a16="http://schemas.microsoft.com/office/drawing/2014/main" id="{8BDB5E70-4FAB-D39D-3DEA-A3B179B196D2}"/>
                </a:ext>
              </a:extLst>
            </p:cNvPr>
            <p:cNvSpPr/>
            <p:nvPr/>
          </p:nvSpPr>
          <p:spPr>
            <a:xfrm>
              <a:off x="4432462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3" name="Freeform: Shape 2098">
              <a:extLst>
                <a:ext uri="{FF2B5EF4-FFF2-40B4-BE49-F238E27FC236}">
                  <a16:creationId xmlns:a16="http://schemas.microsoft.com/office/drawing/2014/main" id="{6283D11D-8063-08B7-0049-EF723966A978}"/>
                </a:ext>
              </a:extLst>
            </p:cNvPr>
            <p:cNvSpPr/>
            <p:nvPr/>
          </p:nvSpPr>
          <p:spPr>
            <a:xfrm>
              <a:off x="4541267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9"/>
                <a:gd name="f8" fmla="val 10941"/>
                <a:gd name="f9" fmla="val 3156"/>
                <a:gd name="f10" fmla="+- 0 0 -90"/>
                <a:gd name="f11" fmla="*/ f3 1 14097"/>
                <a:gd name="f12" fmla="*/ f4 1 14097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14097"/>
                <a:gd name="f19" fmla="*/ 14097 f16 1"/>
                <a:gd name="f20" fmla="*/ 7049 f16 1"/>
                <a:gd name="f21" fmla="*/ 0 f16 1"/>
                <a:gd name="f22" fmla="+- f17 0 f1"/>
                <a:gd name="f23" fmla="*/ f19 1 14097"/>
                <a:gd name="f24" fmla="*/ f20 1 14097"/>
                <a:gd name="f25" fmla="*/ f21 1 14097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9" y="f5"/>
                    <a:pt x="f7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4" name="Freeform: Shape 2099">
              <a:extLst>
                <a:ext uri="{FF2B5EF4-FFF2-40B4-BE49-F238E27FC236}">
                  <a16:creationId xmlns:a16="http://schemas.microsoft.com/office/drawing/2014/main" id="{238EA8BD-116E-7129-E737-86B5D3846E52}"/>
                </a:ext>
              </a:extLst>
            </p:cNvPr>
            <p:cNvSpPr/>
            <p:nvPr/>
          </p:nvSpPr>
          <p:spPr>
            <a:xfrm>
              <a:off x="4649897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5" name="Freeform: Shape 2100">
              <a:extLst>
                <a:ext uri="{FF2B5EF4-FFF2-40B4-BE49-F238E27FC236}">
                  <a16:creationId xmlns:a16="http://schemas.microsoft.com/office/drawing/2014/main" id="{F1C2C5E9-EE76-233D-A5D7-E3539B51C66D}"/>
                </a:ext>
              </a:extLst>
            </p:cNvPr>
            <p:cNvSpPr/>
            <p:nvPr/>
          </p:nvSpPr>
          <p:spPr>
            <a:xfrm>
              <a:off x="3997583" y="3248058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7"/>
                <a:gd name="f8" fmla="val 7049"/>
                <a:gd name="f9" fmla="val 10954"/>
                <a:gd name="f10" fmla="val 11049"/>
                <a:gd name="f11" fmla="val 7144"/>
                <a:gd name="f12" fmla="val 3239"/>
                <a:gd name="f13" fmla="val 3143"/>
                <a:gd name="f14" fmla="+- 0 0 -90"/>
                <a:gd name="f15" fmla="*/ f3 1 14192"/>
                <a:gd name="f16" fmla="*/ f4 1 14097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14192"/>
                <a:gd name="f25" fmla="*/ f21 1 14097"/>
                <a:gd name="f26" fmla="*/ 14192 f22 1"/>
                <a:gd name="f27" fmla="*/ 7049 f21 1"/>
                <a:gd name="f28" fmla="*/ 7144 f22 1"/>
                <a:gd name="f29" fmla="*/ 14097 f21 1"/>
                <a:gd name="f30" fmla="*/ 0 f22 1"/>
                <a:gd name="f31" fmla="*/ 7049 f22 1"/>
                <a:gd name="f32" fmla="*/ 0 f21 1"/>
                <a:gd name="f33" fmla="+- f23 0 f1"/>
                <a:gd name="f34" fmla="*/ f26 1 14192"/>
                <a:gd name="f35" fmla="*/ f27 1 14097"/>
                <a:gd name="f36" fmla="*/ f28 1 14192"/>
                <a:gd name="f37" fmla="*/ f29 1 14097"/>
                <a:gd name="f38" fmla="*/ f30 1 14192"/>
                <a:gd name="f39" fmla="*/ f31 1 14192"/>
                <a:gd name="f40" fmla="*/ f32 1 14097"/>
                <a:gd name="f41" fmla="*/ f17 1 f24"/>
                <a:gd name="f42" fmla="*/ f18 1 f24"/>
                <a:gd name="f43" fmla="*/ f17 1 f25"/>
                <a:gd name="f44" fmla="*/ f19 1 f25"/>
                <a:gd name="f45" fmla="*/ f34 1 f24"/>
                <a:gd name="f46" fmla="*/ f35 1 f25"/>
                <a:gd name="f47" fmla="*/ f36 1 f24"/>
                <a:gd name="f48" fmla="*/ f37 1 f25"/>
                <a:gd name="f49" fmla="*/ f38 1 f24"/>
                <a:gd name="f50" fmla="*/ f39 1 f24"/>
                <a:gd name="f51" fmla="*/ f40 1 f25"/>
                <a:gd name="f52" fmla="*/ f41 f15 1"/>
                <a:gd name="f53" fmla="*/ f42 f15 1"/>
                <a:gd name="f54" fmla="*/ f44 f16 1"/>
                <a:gd name="f55" fmla="*/ f43 f16 1"/>
                <a:gd name="f56" fmla="*/ f45 f15 1"/>
                <a:gd name="f57" fmla="*/ f46 f16 1"/>
                <a:gd name="f58" fmla="*/ f47 f15 1"/>
                <a:gd name="f59" fmla="*/ f48 f16 1"/>
                <a:gd name="f60" fmla="*/ f49 f15 1"/>
                <a:gd name="f61" fmla="*/ f50 f15 1"/>
                <a:gd name="f62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57"/>
                </a:cxn>
                <a:cxn ang="f33">
                  <a:pos x="f58" y="f59"/>
                </a:cxn>
                <a:cxn ang="f33">
                  <a:pos x="f60" y="f57"/>
                </a:cxn>
                <a:cxn ang="f33">
                  <a:pos x="f61" y="f62"/>
                </a:cxn>
                <a:cxn ang="f33">
                  <a:pos x="f56" y="f57"/>
                </a:cxn>
              </a:cxnLst>
              <a:rect l="f52" t="f55" r="f53" b="f54"/>
              <a:pathLst>
                <a:path w="14192" h="14097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3" y="f5"/>
                    <a:pt x="f8" y="f5"/>
                  </a:cubicBezTo>
                  <a:cubicBezTo>
                    <a:pt x="f9" y="f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6" name="Freeform: Shape 2101">
              <a:extLst>
                <a:ext uri="{FF2B5EF4-FFF2-40B4-BE49-F238E27FC236}">
                  <a16:creationId xmlns:a16="http://schemas.microsoft.com/office/drawing/2014/main" id="{ED6E0723-95B8-A689-E8BA-4CA53D643EFA}"/>
                </a:ext>
              </a:extLst>
            </p:cNvPr>
            <p:cNvSpPr/>
            <p:nvPr/>
          </p:nvSpPr>
          <p:spPr>
            <a:xfrm>
              <a:off x="4106387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9"/>
                <a:gd name="f8" fmla="val 7051"/>
                <a:gd name="f9" fmla="val 10956"/>
                <a:gd name="f10" fmla="val 10954"/>
                <a:gd name="f11" fmla="val 7049"/>
                <a:gd name="f12" fmla="val 3143"/>
                <a:gd name="f13" fmla="val 3145"/>
                <a:gd name="f14" fmla="val 2"/>
                <a:gd name="f15" fmla="val -93"/>
                <a:gd name="f16" fmla="+- 0 0 -90"/>
                <a:gd name="f17" fmla="*/ f3 1 14097"/>
                <a:gd name="f18" fmla="*/ f4 1 14099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097"/>
                <a:gd name="f27" fmla="*/ f23 1 14099"/>
                <a:gd name="f28" fmla="*/ 14097 f24 1"/>
                <a:gd name="f29" fmla="*/ 7051 f23 1"/>
                <a:gd name="f30" fmla="*/ 7049 f24 1"/>
                <a:gd name="f31" fmla="*/ 14099 f23 1"/>
                <a:gd name="f32" fmla="*/ 0 f24 1"/>
                <a:gd name="f33" fmla="*/ 2 f23 1"/>
                <a:gd name="f34" fmla="+- f25 0 f1"/>
                <a:gd name="f35" fmla="*/ f28 1 14097"/>
                <a:gd name="f36" fmla="*/ f29 1 14099"/>
                <a:gd name="f37" fmla="*/ f30 1 14097"/>
                <a:gd name="f38" fmla="*/ f31 1 14099"/>
                <a:gd name="f39" fmla="*/ f32 1 14097"/>
                <a:gd name="f40" fmla="*/ f33 1 14099"/>
                <a:gd name="f41" fmla="*/ f19 1 f26"/>
                <a:gd name="f42" fmla="*/ f20 1 f26"/>
                <a:gd name="f43" fmla="*/ f19 1 f27"/>
                <a:gd name="f44" fmla="*/ f21 1 f27"/>
                <a:gd name="f45" fmla="*/ f35 1 f26"/>
                <a:gd name="f46" fmla="*/ f36 1 f27"/>
                <a:gd name="f47" fmla="*/ f37 1 f26"/>
                <a:gd name="f48" fmla="*/ f38 1 f27"/>
                <a:gd name="f49" fmla="*/ f39 1 f26"/>
                <a:gd name="f50" fmla="*/ f40 1 f27"/>
                <a:gd name="f51" fmla="*/ f41 f17 1"/>
                <a:gd name="f52" fmla="*/ f42 f17 1"/>
                <a:gd name="f53" fmla="*/ f44 f18 1"/>
                <a:gd name="f54" fmla="*/ f43 f18 1"/>
                <a:gd name="f55" fmla="*/ f45 f17 1"/>
                <a:gd name="f56" fmla="*/ f46 f18 1"/>
                <a:gd name="f57" fmla="*/ f47 f17 1"/>
                <a:gd name="f58" fmla="*/ f48 f18 1"/>
                <a:gd name="f59" fmla="*/ f49 f17 1"/>
                <a:gd name="f60" fmla="*/ f50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5" y="f56"/>
                </a:cxn>
                <a:cxn ang="f34">
                  <a:pos x="f57" y="f58"/>
                </a:cxn>
                <a:cxn ang="f34">
                  <a:pos x="f59" y="f56"/>
                </a:cxn>
                <a:cxn ang="f34">
                  <a:pos x="f57" y="f60"/>
                </a:cxn>
                <a:cxn ang="f34">
                  <a:pos x="f55" y="f56"/>
                </a:cxn>
              </a:cxnLst>
              <a:rect l="f51" t="f54" r="f52" b="f53"/>
              <a:pathLst>
                <a:path w="14097" h="14099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2" y="f14"/>
                    <a:pt x="f11" y="f14"/>
                  </a:cubicBezTo>
                  <a:cubicBezTo>
                    <a:pt x="f10" y="f1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7" name="Freeform: Shape 2102">
              <a:extLst>
                <a:ext uri="{FF2B5EF4-FFF2-40B4-BE49-F238E27FC236}">
                  <a16:creationId xmlns:a16="http://schemas.microsoft.com/office/drawing/2014/main" id="{8F7A3740-411A-B503-C444-FDA4645364AF}"/>
                </a:ext>
              </a:extLst>
            </p:cNvPr>
            <p:cNvSpPr/>
            <p:nvPr/>
          </p:nvSpPr>
          <p:spPr>
            <a:xfrm>
              <a:off x="4215027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8" name="Freeform: Shape 2103">
              <a:extLst>
                <a:ext uri="{FF2B5EF4-FFF2-40B4-BE49-F238E27FC236}">
                  <a16:creationId xmlns:a16="http://schemas.microsoft.com/office/drawing/2014/main" id="{A8D1A3E6-FDAA-C997-70AB-1EB999AE0F69}"/>
                </a:ext>
              </a:extLst>
            </p:cNvPr>
            <p:cNvSpPr/>
            <p:nvPr/>
          </p:nvSpPr>
          <p:spPr>
            <a:xfrm>
              <a:off x="4323831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9" name="Freeform: Shape 2104">
              <a:extLst>
                <a:ext uri="{FF2B5EF4-FFF2-40B4-BE49-F238E27FC236}">
                  <a16:creationId xmlns:a16="http://schemas.microsoft.com/office/drawing/2014/main" id="{EA4D7A20-5A1F-0001-7D89-FC76AD4AD25A}"/>
                </a:ext>
              </a:extLst>
            </p:cNvPr>
            <p:cNvSpPr/>
            <p:nvPr/>
          </p:nvSpPr>
          <p:spPr>
            <a:xfrm>
              <a:off x="4432462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0" name="Freeform: Shape 2105">
              <a:extLst>
                <a:ext uri="{FF2B5EF4-FFF2-40B4-BE49-F238E27FC236}">
                  <a16:creationId xmlns:a16="http://schemas.microsoft.com/office/drawing/2014/main" id="{E67E8CF9-A2B5-23A0-CD6D-F2A4172D94BA}"/>
                </a:ext>
              </a:extLst>
            </p:cNvPr>
            <p:cNvSpPr/>
            <p:nvPr/>
          </p:nvSpPr>
          <p:spPr>
            <a:xfrm>
              <a:off x="4541267" y="3248058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9"/>
                <a:gd name="f8" fmla="val 10954"/>
                <a:gd name="f9" fmla="val 7048"/>
                <a:gd name="f10" fmla="val 3143"/>
                <a:gd name="f11" fmla="+- 0 0 -90"/>
                <a:gd name="f12" fmla="*/ f3 1 14097"/>
                <a:gd name="f13" fmla="*/ f4 1 1409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7"/>
                <a:gd name="f20" fmla="*/ 14097 f17 1"/>
                <a:gd name="f21" fmla="*/ 7049 f17 1"/>
                <a:gd name="f22" fmla="*/ 7048 f17 1"/>
                <a:gd name="f23" fmla="*/ 0 f17 1"/>
                <a:gd name="f24" fmla="+- f18 0 f1"/>
                <a:gd name="f25" fmla="*/ f20 1 14097"/>
                <a:gd name="f26" fmla="*/ f21 1 14097"/>
                <a:gd name="f27" fmla="*/ f22 1 14097"/>
                <a:gd name="f28" fmla="*/ f23 1 14097"/>
                <a:gd name="f29" fmla="*/ f14 1 f19"/>
                <a:gd name="f30" fmla="*/ f15 1 f19"/>
                <a:gd name="f31" fmla="*/ f25 1 f19"/>
                <a:gd name="f32" fmla="*/ f26 1 f19"/>
                <a:gd name="f33" fmla="*/ f27 1 f19"/>
                <a:gd name="f34" fmla="*/ f28 1 f19"/>
                <a:gd name="f35" fmla="*/ f29 f12 1"/>
                <a:gd name="f36" fmla="*/ f30 f12 1"/>
                <a:gd name="f37" fmla="*/ f30 f13 1"/>
                <a:gd name="f38" fmla="*/ f29 f13 1"/>
                <a:gd name="f39" fmla="*/ f31 f12 1"/>
                <a:gd name="f40" fmla="*/ f32 f13 1"/>
                <a:gd name="f41" fmla="*/ f33 f12 1"/>
                <a:gd name="f42" fmla="*/ f31 f13 1"/>
                <a:gd name="f43" fmla="*/ f34 f12 1"/>
                <a:gd name="f44" fmla="*/ f34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9" y="f40"/>
                </a:cxn>
                <a:cxn ang="f24">
                  <a:pos x="f41" y="f42"/>
                </a:cxn>
                <a:cxn ang="f24">
                  <a:pos x="f43" y="f40"/>
                </a:cxn>
                <a:cxn ang="f24">
                  <a:pos x="f41" y="f44"/>
                </a:cxn>
                <a:cxn ang="f24">
                  <a:pos x="f39" y="f40"/>
                </a:cxn>
              </a:cxnLst>
              <a:rect l="f35" t="f38" r="f36" b="f37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9" y="f6"/>
                  </a:cubicBezTo>
                  <a:cubicBezTo>
                    <a:pt x="f10" y="f6"/>
                    <a:pt x="f5" y="f8"/>
                    <a:pt x="f5" y="f7"/>
                  </a:cubicBezTo>
                  <a:cubicBezTo>
                    <a:pt x="f5" y="f10"/>
                    <a:pt x="f10" y="f5"/>
                    <a:pt x="f9" y="f5"/>
                  </a:cubicBezTo>
                  <a:cubicBezTo>
                    <a:pt x="f8" y="f5"/>
                    <a:pt x="f6" y="f10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1" name="Freeform: Shape 2106">
              <a:extLst>
                <a:ext uri="{FF2B5EF4-FFF2-40B4-BE49-F238E27FC236}">
                  <a16:creationId xmlns:a16="http://schemas.microsoft.com/office/drawing/2014/main" id="{752B2908-D7D8-57EB-E4C0-7F4A255BAEE1}"/>
                </a:ext>
              </a:extLst>
            </p:cNvPr>
            <p:cNvSpPr/>
            <p:nvPr/>
          </p:nvSpPr>
          <p:spPr>
            <a:xfrm>
              <a:off x="4649897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2" name="Freeform: Shape 2107">
              <a:extLst>
                <a:ext uri="{FF2B5EF4-FFF2-40B4-BE49-F238E27FC236}">
                  <a16:creationId xmlns:a16="http://schemas.microsoft.com/office/drawing/2014/main" id="{50F08C19-81AA-F42B-F316-A63B1328F31A}"/>
                </a:ext>
              </a:extLst>
            </p:cNvPr>
            <p:cNvSpPr/>
            <p:nvPr/>
          </p:nvSpPr>
          <p:spPr>
            <a:xfrm>
              <a:off x="3997583" y="3356680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3" name="Freeform: Shape 2108">
              <a:extLst>
                <a:ext uri="{FF2B5EF4-FFF2-40B4-BE49-F238E27FC236}">
                  <a16:creationId xmlns:a16="http://schemas.microsoft.com/office/drawing/2014/main" id="{8276CC24-58FC-1EF4-BD31-03C9995DDE54}"/>
                </a:ext>
              </a:extLst>
            </p:cNvPr>
            <p:cNvSpPr/>
            <p:nvPr/>
          </p:nvSpPr>
          <p:spPr>
            <a:xfrm>
              <a:off x="4106387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9"/>
                <a:gd name="f8" fmla="val 10941"/>
                <a:gd name="f9" fmla="val 3156"/>
                <a:gd name="f10" fmla="+- 0 0 -90"/>
                <a:gd name="f11" fmla="*/ f3 1 14097"/>
                <a:gd name="f12" fmla="*/ f4 1 14097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14097"/>
                <a:gd name="f19" fmla="*/ 14097 f16 1"/>
                <a:gd name="f20" fmla="*/ 7049 f16 1"/>
                <a:gd name="f21" fmla="*/ 0 f16 1"/>
                <a:gd name="f22" fmla="+- f17 0 f1"/>
                <a:gd name="f23" fmla="*/ f19 1 14097"/>
                <a:gd name="f24" fmla="*/ f20 1 14097"/>
                <a:gd name="f25" fmla="*/ f21 1 14097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9" y="f5"/>
                    <a:pt x="f7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4" name="Freeform: Shape 2109">
              <a:extLst>
                <a:ext uri="{FF2B5EF4-FFF2-40B4-BE49-F238E27FC236}">
                  <a16:creationId xmlns:a16="http://schemas.microsoft.com/office/drawing/2014/main" id="{2DEA8367-7E74-C5D8-A671-8694C97410CF}"/>
                </a:ext>
              </a:extLst>
            </p:cNvPr>
            <p:cNvSpPr/>
            <p:nvPr/>
          </p:nvSpPr>
          <p:spPr>
            <a:xfrm>
              <a:off x="4215027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5" name="Freeform: Shape 2110">
              <a:extLst>
                <a:ext uri="{FF2B5EF4-FFF2-40B4-BE49-F238E27FC236}">
                  <a16:creationId xmlns:a16="http://schemas.microsoft.com/office/drawing/2014/main" id="{7AEDD180-910C-31FE-12D0-938F600C3B14}"/>
                </a:ext>
              </a:extLst>
            </p:cNvPr>
            <p:cNvSpPr/>
            <p:nvPr/>
          </p:nvSpPr>
          <p:spPr>
            <a:xfrm>
              <a:off x="4323831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6" name="Freeform: Shape 2111">
              <a:extLst>
                <a:ext uri="{FF2B5EF4-FFF2-40B4-BE49-F238E27FC236}">
                  <a16:creationId xmlns:a16="http://schemas.microsoft.com/office/drawing/2014/main" id="{115D19EF-7D62-A0E2-041D-2B984381F247}"/>
                </a:ext>
              </a:extLst>
            </p:cNvPr>
            <p:cNvSpPr/>
            <p:nvPr/>
          </p:nvSpPr>
          <p:spPr>
            <a:xfrm>
              <a:off x="4432462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7" name="Freeform: Shape 2112">
              <a:extLst>
                <a:ext uri="{FF2B5EF4-FFF2-40B4-BE49-F238E27FC236}">
                  <a16:creationId xmlns:a16="http://schemas.microsoft.com/office/drawing/2014/main" id="{F5568AA9-185A-12A2-FDB6-76656135B8CC}"/>
                </a:ext>
              </a:extLst>
            </p:cNvPr>
            <p:cNvSpPr/>
            <p:nvPr/>
          </p:nvSpPr>
          <p:spPr>
            <a:xfrm>
              <a:off x="4541267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9"/>
                <a:gd name="f8" fmla="val 10941"/>
                <a:gd name="f9" fmla="val 3156"/>
                <a:gd name="f10" fmla="+- 0 0 -90"/>
                <a:gd name="f11" fmla="*/ f3 1 14097"/>
                <a:gd name="f12" fmla="*/ f4 1 14097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14097"/>
                <a:gd name="f19" fmla="*/ 14097 f16 1"/>
                <a:gd name="f20" fmla="*/ 7049 f16 1"/>
                <a:gd name="f21" fmla="*/ 0 f16 1"/>
                <a:gd name="f22" fmla="+- f17 0 f1"/>
                <a:gd name="f23" fmla="*/ f19 1 14097"/>
                <a:gd name="f24" fmla="*/ f20 1 14097"/>
                <a:gd name="f25" fmla="*/ f21 1 14097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9" y="f5"/>
                    <a:pt x="f7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8" name="Freeform: Shape 2113">
              <a:extLst>
                <a:ext uri="{FF2B5EF4-FFF2-40B4-BE49-F238E27FC236}">
                  <a16:creationId xmlns:a16="http://schemas.microsoft.com/office/drawing/2014/main" id="{071780E3-7E3A-0327-EB1B-FEBC6D22B81D}"/>
                </a:ext>
              </a:extLst>
            </p:cNvPr>
            <p:cNvSpPr/>
            <p:nvPr/>
          </p:nvSpPr>
          <p:spPr>
            <a:xfrm>
              <a:off x="4649897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39" name="Freeform: Shape 2114">
              <a:extLst>
                <a:ext uri="{FF2B5EF4-FFF2-40B4-BE49-F238E27FC236}">
                  <a16:creationId xmlns:a16="http://schemas.microsoft.com/office/drawing/2014/main" id="{2880D425-7778-CF5D-7526-AE94D078C030}"/>
                </a:ext>
              </a:extLst>
            </p:cNvPr>
            <p:cNvSpPr/>
            <p:nvPr/>
          </p:nvSpPr>
          <p:spPr>
            <a:xfrm>
              <a:off x="3997583" y="3465484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0" name="Freeform: Shape 2115">
              <a:extLst>
                <a:ext uri="{FF2B5EF4-FFF2-40B4-BE49-F238E27FC236}">
                  <a16:creationId xmlns:a16="http://schemas.microsoft.com/office/drawing/2014/main" id="{3A07456D-2721-EE75-E778-A7E48D33237E}"/>
                </a:ext>
              </a:extLst>
            </p:cNvPr>
            <p:cNvSpPr/>
            <p:nvPr/>
          </p:nvSpPr>
          <p:spPr>
            <a:xfrm>
              <a:off x="4106387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9"/>
                <a:gd name="f8" fmla="val 7051"/>
                <a:gd name="f9" fmla="val 10956"/>
                <a:gd name="f10" fmla="val 10954"/>
                <a:gd name="f11" fmla="val 7049"/>
                <a:gd name="f12" fmla="val 3143"/>
                <a:gd name="f13" fmla="val 3145"/>
                <a:gd name="f14" fmla="val 2"/>
                <a:gd name="f15" fmla="val -93"/>
                <a:gd name="f16" fmla="+- 0 0 -90"/>
                <a:gd name="f17" fmla="*/ f3 1 14097"/>
                <a:gd name="f18" fmla="*/ f4 1 14099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097"/>
                <a:gd name="f27" fmla="*/ f23 1 14099"/>
                <a:gd name="f28" fmla="*/ 14097 f24 1"/>
                <a:gd name="f29" fmla="*/ 7051 f23 1"/>
                <a:gd name="f30" fmla="*/ 7049 f24 1"/>
                <a:gd name="f31" fmla="*/ 14099 f23 1"/>
                <a:gd name="f32" fmla="*/ 0 f24 1"/>
                <a:gd name="f33" fmla="*/ 2 f23 1"/>
                <a:gd name="f34" fmla="+- f25 0 f1"/>
                <a:gd name="f35" fmla="*/ f28 1 14097"/>
                <a:gd name="f36" fmla="*/ f29 1 14099"/>
                <a:gd name="f37" fmla="*/ f30 1 14097"/>
                <a:gd name="f38" fmla="*/ f31 1 14099"/>
                <a:gd name="f39" fmla="*/ f32 1 14097"/>
                <a:gd name="f40" fmla="*/ f33 1 14099"/>
                <a:gd name="f41" fmla="*/ f19 1 f26"/>
                <a:gd name="f42" fmla="*/ f20 1 f26"/>
                <a:gd name="f43" fmla="*/ f19 1 f27"/>
                <a:gd name="f44" fmla="*/ f21 1 f27"/>
                <a:gd name="f45" fmla="*/ f35 1 f26"/>
                <a:gd name="f46" fmla="*/ f36 1 f27"/>
                <a:gd name="f47" fmla="*/ f37 1 f26"/>
                <a:gd name="f48" fmla="*/ f38 1 f27"/>
                <a:gd name="f49" fmla="*/ f39 1 f26"/>
                <a:gd name="f50" fmla="*/ f40 1 f27"/>
                <a:gd name="f51" fmla="*/ f41 f17 1"/>
                <a:gd name="f52" fmla="*/ f42 f17 1"/>
                <a:gd name="f53" fmla="*/ f44 f18 1"/>
                <a:gd name="f54" fmla="*/ f43 f18 1"/>
                <a:gd name="f55" fmla="*/ f45 f17 1"/>
                <a:gd name="f56" fmla="*/ f46 f18 1"/>
                <a:gd name="f57" fmla="*/ f47 f17 1"/>
                <a:gd name="f58" fmla="*/ f48 f18 1"/>
                <a:gd name="f59" fmla="*/ f49 f17 1"/>
                <a:gd name="f60" fmla="*/ f50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5" y="f56"/>
                </a:cxn>
                <a:cxn ang="f34">
                  <a:pos x="f57" y="f58"/>
                </a:cxn>
                <a:cxn ang="f34">
                  <a:pos x="f59" y="f56"/>
                </a:cxn>
                <a:cxn ang="f34">
                  <a:pos x="f57" y="f60"/>
                </a:cxn>
                <a:cxn ang="f34">
                  <a:pos x="f55" y="f56"/>
                </a:cxn>
              </a:cxnLst>
              <a:rect l="f51" t="f54" r="f52" b="f53"/>
              <a:pathLst>
                <a:path w="14097" h="14099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2" y="f14"/>
                    <a:pt x="f11" y="f14"/>
                  </a:cubicBezTo>
                  <a:cubicBezTo>
                    <a:pt x="f10" y="f1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1" name="Freeform: Shape 2116">
              <a:extLst>
                <a:ext uri="{FF2B5EF4-FFF2-40B4-BE49-F238E27FC236}">
                  <a16:creationId xmlns:a16="http://schemas.microsoft.com/office/drawing/2014/main" id="{F4E72976-22C3-4329-1BAF-95ABC6B9B6CF}"/>
                </a:ext>
              </a:extLst>
            </p:cNvPr>
            <p:cNvSpPr/>
            <p:nvPr/>
          </p:nvSpPr>
          <p:spPr>
            <a:xfrm>
              <a:off x="4215027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2" name="Freeform: Shape 2117">
              <a:extLst>
                <a:ext uri="{FF2B5EF4-FFF2-40B4-BE49-F238E27FC236}">
                  <a16:creationId xmlns:a16="http://schemas.microsoft.com/office/drawing/2014/main" id="{712460D1-6DDE-01F2-3F7D-2EFEBDFB06A3}"/>
                </a:ext>
              </a:extLst>
            </p:cNvPr>
            <p:cNvSpPr/>
            <p:nvPr/>
          </p:nvSpPr>
          <p:spPr>
            <a:xfrm>
              <a:off x="4323831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3" name="Freeform: Shape 2118">
              <a:extLst>
                <a:ext uri="{FF2B5EF4-FFF2-40B4-BE49-F238E27FC236}">
                  <a16:creationId xmlns:a16="http://schemas.microsoft.com/office/drawing/2014/main" id="{95653D31-D05E-868B-4C38-4A8E5A1DE908}"/>
                </a:ext>
              </a:extLst>
            </p:cNvPr>
            <p:cNvSpPr/>
            <p:nvPr/>
          </p:nvSpPr>
          <p:spPr>
            <a:xfrm>
              <a:off x="4432462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4" name="Freeform: Shape 2119">
              <a:extLst>
                <a:ext uri="{FF2B5EF4-FFF2-40B4-BE49-F238E27FC236}">
                  <a16:creationId xmlns:a16="http://schemas.microsoft.com/office/drawing/2014/main" id="{685646E9-8329-C0BB-BA6B-CED4F38CB664}"/>
                </a:ext>
              </a:extLst>
            </p:cNvPr>
            <p:cNvSpPr/>
            <p:nvPr/>
          </p:nvSpPr>
          <p:spPr>
            <a:xfrm>
              <a:off x="4541267" y="346548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3143"/>
                <a:gd name="f11" fmla="+- 0 0 -90"/>
                <a:gd name="f12" fmla="*/ f3 1 14097"/>
                <a:gd name="f13" fmla="*/ f4 1 14096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7"/>
                <a:gd name="f22" fmla="*/ f18 1 14096"/>
                <a:gd name="f23" fmla="*/ 14097 f19 1"/>
                <a:gd name="f24" fmla="*/ 7048 f18 1"/>
                <a:gd name="f25" fmla="*/ 7048 f19 1"/>
                <a:gd name="f26" fmla="*/ 14097 f18 1"/>
                <a:gd name="f27" fmla="*/ 0 f19 1"/>
                <a:gd name="f28" fmla="*/ 0 f18 1"/>
                <a:gd name="f29" fmla="+- f20 0 f1"/>
                <a:gd name="f30" fmla="*/ f23 1 14097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8" y="f6"/>
                  </a:cubicBezTo>
                  <a:cubicBezTo>
                    <a:pt x="f10" y="f6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6" y="f10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5" name="Freeform: Shape 2120">
              <a:extLst>
                <a:ext uri="{FF2B5EF4-FFF2-40B4-BE49-F238E27FC236}">
                  <a16:creationId xmlns:a16="http://schemas.microsoft.com/office/drawing/2014/main" id="{38DC98E9-48F5-8C5A-73A8-0A35CB3CC9D6}"/>
                </a:ext>
              </a:extLst>
            </p:cNvPr>
            <p:cNvSpPr/>
            <p:nvPr/>
          </p:nvSpPr>
          <p:spPr>
            <a:xfrm>
              <a:off x="4649897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6" name="Freeform: Shape 2121">
              <a:extLst>
                <a:ext uri="{FF2B5EF4-FFF2-40B4-BE49-F238E27FC236}">
                  <a16:creationId xmlns:a16="http://schemas.microsoft.com/office/drawing/2014/main" id="{37F030A2-149D-8469-319D-A888A00AF92B}"/>
                </a:ext>
              </a:extLst>
            </p:cNvPr>
            <p:cNvSpPr/>
            <p:nvPr/>
          </p:nvSpPr>
          <p:spPr>
            <a:xfrm>
              <a:off x="3997583" y="3574115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7" name="Freeform: Shape 2122">
              <a:extLst>
                <a:ext uri="{FF2B5EF4-FFF2-40B4-BE49-F238E27FC236}">
                  <a16:creationId xmlns:a16="http://schemas.microsoft.com/office/drawing/2014/main" id="{AF0C0E5C-3CE6-DAB7-A46C-6D6C5FC5D213}"/>
                </a:ext>
              </a:extLst>
            </p:cNvPr>
            <p:cNvSpPr/>
            <p:nvPr/>
          </p:nvSpPr>
          <p:spPr>
            <a:xfrm>
              <a:off x="4106387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8" name="Freeform: Shape 2123">
              <a:extLst>
                <a:ext uri="{FF2B5EF4-FFF2-40B4-BE49-F238E27FC236}">
                  <a16:creationId xmlns:a16="http://schemas.microsoft.com/office/drawing/2014/main" id="{52EB873D-C494-73B5-7099-5D959D83E493}"/>
                </a:ext>
              </a:extLst>
            </p:cNvPr>
            <p:cNvSpPr/>
            <p:nvPr/>
          </p:nvSpPr>
          <p:spPr>
            <a:xfrm>
              <a:off x="4215027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9" name="Freeform: Shape 2124">
              <a:extLst>
                <a:ext uri="{FF2B5EF4-FFF2-40B4-BE49-F238E27FC236}">
                  <a16:creationId xmlns:a16="http://schemas.microsoft.com/office/drawing/2014/main" id="{0FD1C7AB-126F-214B-2115-D1059B00F6F3}"/>
                </a:ext>
              </a:extLst>
            </p:cNvPr>
            <p:cNvSpPr/>
            <p:nvPr/>
          </p:nvSpPr>
          <p:spPr>
            <a:xfrm>
              <a:off x="4323831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0" name="Freeform: Shape 2125">
              <a:extLst>
                <a:ext uri="{FF2B5EF4-FFF2-40B4-BE49-F238E27FC236}">
                  <a16:creationId xmlns:a16="http://schemas.microsoft.com/office/drawing/2014/main" id="{59DE1D2A-14C7-A157-7E0A-5540EAE71D06}"/>
                </a:ext>
              </a:extLst>
            </p:cNvPr>
            <p:cNvSpPr/>
            <p:nvPr/>
          </p:nvSpPr>
          <p:spPr>
            <a:xfrm>
              <a:off x="4432462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1" name="Freeform: Shape 2126">
              <a:extLst>
                <a:ext uri="{FF2B5EF4-FFF2-40B4-BE49-F238E27FC236}">
                  <a16:creationId xmlns:a16="http://schemas.microsoft.com/office/drawing/2014/main" id="{38DCD993-ED69-0A3A-C361-306FDDFE5512}"/>
                </a:ext>
              </a:extLst>
            </p:cNvPr>
            <p:cNvSpPr/>
            <p:nvPr/>
          </p:nvSpPr>
          <p:spPr>
            <a:xfrm>
              <a:off x="4541267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3143"/>
                <a:gd name="f11" fmla="+- 0 0 -90"/>
                <a:gd name="f12" fmla="*/ f3 1 14097"/>
                <a:gd name="f13" fmla="*/ f4 1 14096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7"/>
                <a:gd name="f22" fmla="*/ f18 1 14096"/>
                <a:gd name="f23" fmla="*/ 14097 f19 1"/>
                <a:gd name="f24" fmla="*/ 7048 f18 1"/>
                <a:gd name="f25" fmla="*/ 7048 f19 1"/>
                <a:gd name="f26" fmla="*/ 14097 f18 1"/>
                <a:gd name="f27" fmla="*/ 0 f19 1"/>
                <a:gd name="f28" fmla="*/ 0 f18 1"/>
                <a:gd name="f29" fmla="+- f20 0 f1"/>
                <a:gd name="f30" fmla="*/ f23 1 14097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8" y="f6"/>
                  </a:cubicBezTo>
                  <a:cubicBezTo>
                    <a:pt x="f10" y="f6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6" y="f10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2" name="Freeform: Shape 2127">
              <a:extLst>
                <a:ext uri="{FF2B5EF4-FFF2-40B4-BE49-F238E27FC236}">
                  <a16:creationId xmlns:a16="http://schemas.microsoft.com/office/drawing/2014/main" id="{A0ED0410-1A6C-A97D-1AEF-E57584DE1D19}"/>
                </a:ext>
              </a:extLst>
            </p:cNvPr>
            <p:cNvSpPr/>
            <p:nvPr/>
          </p:nvSpPr>
          <p:spPr>
            <a:xfrm>
              <a:off x="4649897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3" name="Freeform: Shape 2128">
              <a:extLst>
                <a:ext uri="{FF2B5EF4-FFF2-40B4-BE49-F238E27FC236}">
                  <a16:creationId xmlns:a16="http://schemas.microsoft.com/office/drawing/2014/main" id="{61E8E4E3-890D-B318-1B18-6C21EB8082AA}"/>
                </a:ext>
              </a:extLst>
            </p:cNvPr>
            <p:cNvSpPr/>
            <p:nvPr/>
          </p:nvSpPr>
          <p:spPr>
            <a:xfrm>
              <a:off x="3997583" y="3682919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7"/>
                <a:gd name="f8" fmla="val 7048"/>
                <a:gd name="f9" fmla="val 10954"/>
                <a:gd name="f10" fmla="val 11049"/>
                <a:gd name="f11" fmla="val 7144"/>
                <a:gd name="f12" fmla="val 3239"/>
                <a:gd name="f13" fmla="val 3143"/>
                <a:gd name="f14" fmla="val 7049"/>
                <a:gd name="f15" fmla="+- 0 0 -90"/>
                <a:gd name="f16" fmla="*/ f3 1 14192"/>
                <a:gd name="f17" fmla="*/ f4 1 14097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14192"/>
                <a:gd name="f26" fmla="*/ f22 1 14097"/>
                <a:gd name="f27" fmla="*/ 14192 f23 1"/>
                <a:gd name="f28" fmla="*/ 7048 f22 1"/>
                <a:gd name="f29" fmla="*/ 7144 f23 1"/>
                <a:gd name="f30" fmla="*/ 14097 f22 1"/>
                <a:gd name="f31" fmla="*/ 0 f23 1"/>
                <a:gd name="f32" fmla="*/ 7049 f23 1"/>
                <a:gd name="f33" fmla="*/ 0 f22 1"/>
                <a:gd name="f34" fmla="+- f24 0 f1"/>
                <a:gd name="f35" fmla="*/ f27 1 14192"/>
                <a:gd name="f36" fmla="*/ f28 1 14097"/>
                <a:gd name="f37" fmla="*/ f29 1 14192"/>
                <a:gd name="f38" fmla="*/ f30 1 14097"/>
                <a:gd name="f39" fmla="*/ f31 1 14192"/>
                <a:gd name="f40" fmla="*/ f32 1 14192"/>
                <a:gd name="f41" fmla="*/ f33 1 14097"/>
                <a:gd name="f42" fmla="*/ f18 1 f25"/>
                <a:gd name="f43" fmla="*/ f19 1 f25"/>
                <a:gd name="f44" fmla="*/ f18 1 f26"/>
                <a:gd name="f45" fmla="*/ f20 1 f26"/>
                <a:gd name="f46" fmla="*/ f35 1 f25"/>
                <a:gd name="f47" fmla="*/ f36 1 f26"/>
                <a:gd name="f48" fmla="*/ f37 1 f25"/>
                <a:gd name="f49" fmla="*/ f38 1 f26"/>
                <a:gd name="f50" fmla="*/ f39 1 f25"/>
                <a:gd name="f51" fmla="*/ f40 1 f25"/>
                <a:gd name="f52" fmla="*/ f41 1 f26"/>
                <a:gd name="f53" fmla="*/ f42 f16 1"/>
                <a:gd name="f54" fmla="*/ f43 f16 1"/>
                <a:gd name="f55" fmla="*/ f45 f17 1"/>
                <a:gd name="f56" fmla="*/ f44 f17 1"/>
                <a:gd name="f57" fmla="*/ f46 f16 1"/>
                <a:gd name="f58" fmla="*/ f47 f17 1"/>
                <a:gd name="f59" fmla="*/ f48 f16 1"/>
                <a:gd name="f60" fmla="*/ f49 f17 1"/>
                <a:gd name="f61" fmla="*/ f50 f16 1"/>
                <a:gd name="f62" fmla="*/ f51 f16 1"/>
                <a:gd name="f63" fmla="*/ f52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7" y="f58"/>
                </a:cxn>
                <a:cxn ang="f34">
                  <a:pos x="f59" y="f60"/>
                </a:cxn>
                <a:cxn ang="f34">
                  <a:pos x="f61" y="f58"/>
                </a:cxn>
                <a:cxn ang="f34">
                  <a:pos x="f62" y="f63"/>
                </a:cxn>
                <a:cxn ang="f34">
                  <a:pos x="f57" y="f58"/>
                </a:cxn>
              </a:cxnLst>
              <a:rect l="f53" t="f56" r="f54" b="f55"/>
              <a:pathLst>
                <a:path w="14192" h="14097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3" y="f5"/>
                    <a:pt x="f14" y="f5"/>
                  </a:cubicBezTo>
                  <a:cubicBezTo>
                    <a:pt x="f9" y="f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4" name="Freeform: Shape 2129">
              <a:extLst>
                <a:ext uri="{FF2B5EF4-FFF2-40B4-BE49-F238E27FC236}">
                  <a16:creationId xmlns:a16="http://schemas.microsoft.com/office/drawing/2014/main" id="{65A4385C-3A2C-13E9-54EB-250011CF7C4F}"/>
                </a:ext>
              </a:extLst>
            </p:cNvPr>
            <p:cNvSpPr/>
            <p:nvPr/>
          </p:nvSpPr>
          <p:spPr>
            <a:xfrm>
              <a:off x="4106387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9"/>
                <a:gd name="f8" fmla="val 7051"/>
                <a:gd name="f9" fmla="val 10956"/>
                <a:gd name="f10" fmla="val 10954"/>
                <a:gd name="f11" fmla="val 7049"/>
                <a:gd name="f12" fmla="val 3143"/>
                <a:gd name="f13" fmla="val 3145"/>
                <a:gd name="f14" fmla="val 2"/>
                <a:gd name="f15" fmla="val -93"/>
                <a:gd name="f16" fmla="+- 0 0 -90"/>
                <a:gd name="f17" fmla="*/ f3 1 14097"/>
                <a:gd name="f18" fmla="*/ f4 1 14099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097"/>
                <a:gd name="f27" fmla="*/ f23 1 14099"/>
                <a:gd name="f28" fmla="*/ 14097 f24 1"/>
                <a:gd name="f29" fmla="*/ 7051 f23 1"/>
                <a:gd name="f30" fmla="*/ 7049 f24 1"/>
                <a:gd name="f31" fmla="*/ 14099 f23 1"/>
                <a:gd name="f32" fmla="*/ 0 f24 1"/>
                <a:gd name="f33" fmla="*/ 2 f23 1"/>
                <a:gd name="f34" fmla="+- f25 0 f1"/>
                <a:gd name="f35" fmla="*/ f28 1 14097"/>
                <a:gd name="f36" fmla="*/ f29 1 14099"/>
                <a:gd name="f37" fmla="*/ f30 1 14097"/>
                <a:gd name="f38" fmla="*/ f31 1 14099"/>
                <a:gd name="f39" fmla="*/ f32 1 14097"/>
                <a:gd name="f40" fmla="*/ f33 1 14099"/>
                <a:gd name="f41" fmla="*/ f19 1 f26"/>
                <a:gd name="f42" fmla="*/ f20 1 f26"/>
                <a:gd name="f43" fmla="*/ f19 1 f27"/>
                <a:gd name="f44" fmla="*/ f21 1 f27"/>
                <a:gd name="f45" fmla="*/ f35 1 f26"/>
                <a:gd name="f46" fmla="*/ f36 1 f27"/>
                <a:gd name="f47" fmla="*/ f37 1 f26"/>
                <a:gd name="f48" fmla="*/ f38 1 f27"/>
                <a:gd name="f49" fmla="*/ f39 1 f26"/>
                <a:gd name="f50" fmla="*/ f40 1 f27"/>
                <a:gd name="f51" fmla="*/ f41 f17 1"/>
                <a:gd name="f52" fmla="*/ f42 f17 1"/>
                <a:gd name="f53" fmla="*/ f44 f18 1"/>
                <a:gd name="f54" fmla="*/ f43 f18 1"/>
                <a:gd name="f55" fmla="*/ f45 f17 1"/>
                <a:gd name="f56" fmla="*/ f46 f18 1"/>
                <a:gd name="f57" fmla="*/ f47 f17 1"/>
                <a:gd name="f58" fmla="*/ f48 f18 1"/>
                <a:gd name="f59" fmla="*/ f49 f17 1"/>
                <a:gd name="f60" fmla="*/ f50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5" y="f56"/>
                </a:cxn>
                <a:cxn ang="f34">
                  <a:pos x="f57" y="f58"/>
                </a:cxn>
                <a:cxn ang="f34">
                  <a:pos x="f59" y="f56"/>
                </a:cxn>
                <a:cxn ang="f34">
                  <a:pos x="f57" y="f60"/>
                </a:cxn>
                <a:cxn ang="f34">
                  <a:pos x="f55" y="f56"/>
                </a:cxn>
              </a:cxnLst>
              <a:rect l="f51" t="f54" r="f52" b="f53"/>
              <a:pathLst>
                <a:path w="14097" h="14099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2" y="f14"/>
                    <a:pt x="f11" y="f14"/>
                  </a:cubicBezTo>
                  <a:cubicBezTo>
                    <a:pt x="f10" y="f1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5" name="Freeform: Shape 2130">
              <a:extLst>
                <a:ext uri="{FF2B5EF4-FFF2-40B4-BE49-F238E27FC236}">
                  <a16:creationId xmlns:a16="http://schemas.microsoft.com/office/drawing/2014/main" id="{1C5631C9-FB78-AE87-D593-D8A32371E5CE}"/>
                </a:ext>
              </a:extLst>
            </p:cNvPr>
            <p:cNvSpPr/>
            <p:nvPr/>
          </p:nvSpPr>
          <p:spPr>
            <a:xfrm>
              <a:off x="4215027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6" name="Freeform: Shape 2131">
              <a:extLst>
                <a:ext uri="{FF2B5EF4-FFF2-40B4-BE49-F238E27FC236}">
                  <a16:creationId xmlns:a16="http://schemas.microsoft.com/office/drawing/2014/main" id="{E0491290-9A40-70B7-19B9-91DDF3538E4C}"/>
                </a:ext>
              </a:extLst>
            </p:cNvPr>
            <p:cNvSpPr/>
            <p:nvPr/>
          </p:nvSpPr>
          <p:spPr>
            <a:xfrm>
              <a:off x="4323831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7" name="Freeform: Shape 2132">
              <a:extLst>
                <a:ext uri="{FF2B5EF4-FFF2-40B4-BE49-F238E27FC236}">
                  <a16:creationId xmlns:a16="http://schemas.microsoft.com/office/drawing/2014/main" id="{6FC85131-5284-FED2-DB90-6B6B0132D06D}"/>
                </a:ext>
              </a:extLst>
            </p:cNvPr>
            <p:cNvSpPr/>
            <p:nvPr/>
          </p:nvSpPr>
          <p:spPr>
            <a:xfrm>
              <a:off x="4432462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8" name="Freeform: Shape 2133">
              <a:extLst>
                <a:ext uri="{FF2B5EF4-FFF2-40B4-BE49-F238E27FC236}">
                  <a16:creationId xmlns:a16="http://schemas.microsoft.com/office/drawing/2014/main" id="{AB87DEAE-096E-570D-2916-FBE1EBD93323}"/>
                </a:ext>
              </a:extLst>
            </p:cNvPr>
            <p:cNvSpPr/>
            <p:nvPr/>
          </p:nvSpPr>
          <p:spPr>
            <a:xfrm>
              <a:off x="4541267" y="368291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8"/>
                <a:gd name="f8" fmla="val 10954"/>
                <a:gd name="f9" fmla="val 3143"/>
                <a:gd name="f10" fmla="+- 0 0 -90"/>
                <a:gd name="f11" fmla="*/ f3 1 14097"/>
                <a:gd name="f12" fmla="*/ f4 1 14097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14097"/>
                <a:gd name="f19" fmla="*/ 14097 f16 1"/>
                <a:gd name="f20" fmla="*/ 7048 f16 1"/>
                <a:gd name="f21" fmla="*/ 0 f16 1"/>
                <a:gd name="f22" fmla="+- f17 0 f1"/>
                <a:gd name="f23" fmla="*/ f19 1 14097"/>
                <a:gd name="f24" fmla="*/ f20 1 14097"/>
                <a:gd name="f25" fmla="*/ f21 1 14097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9" y="f5"/>
                    <a:pt x="f7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9" name="Freeform: Shape 2134">
              <a:extLst>
                <a:ext uri="{FF2B5EF4-FFF2-40B4-BE49-F238E27FC236}">
                  <a16:creationId xmlns:a16="http://schemas.microsoft.com/office/drawing/2014/main" id="{909C0E4E-6FF3-63F5-E891-0E24A2D0C6B8}"/>
                </a:ext>
              </a:extLst>
            </p:cNvPr>
            <p:cNvSpPr/>
            <p:nvPr/>
          </p:nvSpPr>
          <p:spPr>
            <a:xfrm>
              <a:off x="4649897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0" name="Freeform: Shape 2135">
              <a:extLst>
                <a:ext uri="{FF2B5EF4-FFF2-40B4-BE49-F238E27FC236}">
                  <a16:creationId xmlns:a16="http://schemas.microsoft.com/office/drawing/2014/main" id="{B8791C11-58A8-1443-FC9F-BD0B6C4A31ED}"/>
                </a:ext>
              </a:extLst>
            </p:cNvPr>
            <p:cNvSpPr/>
            <p:nvPr/>
          </p:nvSpPr>
          <p:spPr>
            <a:xfrm>
              <a:off x="3997583" y="3791550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1" name="Freeform: Shape 2136">
              <a:extLst>
                <a:ext uri="{FF2B5EF4-FFF2-40B4-BE49-F238E27FC236}">
                  <a16:creationId xmlns:a16="http://schemas.microsoft.com/office/drawing/2014/main" id="{FA2D185D-1365-8E8A-B228-D05F0FBE8869}"/>
                </a:ext>
              </a:extLst>
            </p:cNvPr>
            <p:cNvSpPr/>
            <p:nvPr/>
          </p:nvSpPr>
          <p:spPr>
            <a:xfrm>
              <a:off x="4106387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2" name="Freeform: Shape 2137">
              <a:extLst>
                <a:ext uri="{FF2B5EF4-FFF2-40B4-BE49-F238E27FC236}">
                  <a16:creationId xmlns:a16="http://schemas.microsoft.com/office/drawing/2014/main" id="{A74215EE-B8B4-E646-70B0-B2B219B6E3FA}"/>
                </a:ext>
              </a:extLst>
            </p:cNvPr>
            <p:cNvSpPr/>
            <p:nvPr/>
          </p:nvSpPr>
          <p:spPr>
            <a:xfrm>
              <a:off x="4215027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3" name="Freeform: Shape 2138">
              <a:extLst>
                <a:ext uri="{FF2B5EF4-FFF2-40B4-BE49-F238E27FC236}">
                  <a16:creationId xmlns:a16="http://schemas.microsoft.com/office/drawing/2014/main" id="{03ACF05E-1BA0-28E2-DC89-219A0508EC3D}"/>
                </a:ext>
              </a:extLst>
            </p:cNvPr>
            <p:cNvSpPr/>
            <p:nvPr/>
          </p:nvSpPr>
          <p:spPr>
            <a:xfrm>
              <a:off x="4323831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4" name="Freeform: Shape 2139">
              <a:extLst>
                <a:ext uri="{FF2B5EF4-FFF2-40B4-BE49-F238E27FC236}">
                  <a16:creationId xmlns:a16="http://schemas.microsoft.com/office/drawing/2014/main" id="{6A8E24F9-5AD7-1833-9357-F2B2FCDAE35C}"/>
                </a:ext>
              </a:extLst>
            </p:cNvPr>
            <p:cNvSpPr/>
            <p:nvPr/>
          </p:nvSpPr>
          <p:spPr>
            <a:xfrm>
              <a:off x="4432462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5" name="Freeform: Shape 2140">
              <a:extLst>
                <a:ext uri="{FF2B5EF4-FFF2-40B4-BE49-F238E27FC236}">
                  <a16:creationId xmlns:a16="http://schemas.microsoft.com/office/drawing/2014/main" id="{3B8434BD-7CAC-3365-0431-623ADED8AE58}"/>
                </a:ext>
              </a:extLst>
            </p:cNvPr>
            <p:cNvSpPr/>
            <p:nvPr/>
          </p:nvSpPr>
          <p:spPr>
            <a:xfrm>
              <a:off x="4541267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3143"/>
                <a:gd name="f11" fmla="+- 0 0 -90"/>
                <a:gd name="f12" fmla="*/ f3 1 14097"/>
                <a:gd name="f13" fmla="*/ f4 1 14096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7"/>
                <a:gd name="f22" fmla="*/ f18 1 14096"/>
                <a:gd name="f23" fmla="*/ 14097 f19 1"/>
                <a:gd name="f24" fmla="*/ 7048 f18 1"/>
                <a:gd name="f25" fmla="*/ 7048 f19 1"/>
                <a:gd name="f26" fmla="*/ 14097 f18 1"/>
                <a:gd name="f27" fmla="*/ 0 f19 1"/>
                <a:gd name="f28" fmla="*/ 0 f18 1"/>
                <a:gd name="f29" fmla="+- f20 0 f1"/>
                <a:gd name="f30" fmla="*/ f23 1 14097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8" y="f6"/>
                  </a:cubicBezTo>
                  <a:cubicBezTo>
                    <a:pt x="f10" y="f6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6" y="f10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6" name="Freeform: Shape 2141">
              <a:extLst>
                <a:ext uri="{FF2B5EF4-FFF2-40B4-BE49-F238E27FC236}">
                  <a16:creationId xmlns:a16="http://schemas.microsoft.com/office/drawing/2014/main" id="{20324BBF-C1D0-A3E2-CE6F-6AECE2CE51B3}"/>
                </a:ext>
              </a:extLst>
            </p:cNvPr>
            <p:cNvSpPr/>
            <p:nvPr/>
          </p:nvSpPr>
          <p:spPr>
            <a:xfrm>
              <a:off x="4649897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7" name="Freeform: Shape 2142">
              <a:extLst>
                <a:ext uri="{FF2B5EF4-FFF2-40B4-BE49-F238E27FC236}">
                  <a16:creationId xmlns:a16="http://schemas.microsoft.com/office/drawing/2014/main" id="{79738AAE-F8CB-5B29-A3D3-EEE3DEE54171}"/>
                </a:ext>
              </a:extLst>
            </p:cNvPr>
            <p:cNvSpPr/>
            <p:nvPr/>
          </p:nvSpPr>
          <p:spPr>
            <a:xfrm>
              <a:off x="4758702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9"/>
                <a:gd name="f8" fmla="val 10954"/>
                <a:gd name="f9" fmla="val 3143"/>
                <a:gd name="f10" fmla="val 3048"/>
                <a:gd name="f11" fmla="val 6953"/>
                <a:gd name="f12" fmla="+- 0 0 -90"/>
                <a:gd name="f13" fmla="*/ f3 1 14097"/>
                <a:gd name="f14" fmla="*/ f4 1 14097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7"/>
                <a:gd name="f21" fmla="*/ 14097 f18 1"/>
                <a:gd name="f22" fmla="*/ 7049 f18 1"/>
                <a:gd name="f23" fmla="*/ 0 f18 1"/>
                <a:gd name="f24" fmla="*/ 6953 f18 1"/>
                <a:gd name="f25" fmla="+- f19 0 f1"/>
                <a:gd name="f26" fmla="*/ f21 1 14097"/>
                <a:gd name="f27" fmla="*/ f22 1 14097"/>
                <a:gd name="f28" fmla="*/ f23 1 14097"/>
                <a:gd name="f29" fmla="*/ f24 1 14097"/>
                <a:gd name="f30" fmla="*/ f15 1 f20"/>
                <a:gd name="f31" fmla="*/ f16 1 f20"/>
                <a:gd name="f32" fmla="*/ f26 1 f20"/>
                <a:gd name="f33" fmla="*/ f27 1 f20"/>
                <a:gd name="f34" fmla="*/ f28 1 f20"/>
                <a:gd name="f35" fmla="*/ f29 1 f20"/>
                <a:gd name="f36" fmla="*/ f30 f13 1"/>
                <a:gd name="f37" fmla="*/ f31 f13 1"/>
                <a:gd name="f38" fmla="*/ f31 f14 1"/>
                <a:gd name="f39" fmla="*/ f30 f14 1"/>
                <a:gd name="f40" fmla="*/ f32 f13 1"/>
                <a:gd name="f41" fmla="*/ f33 f14 1"/>
                <a:gd name="f42" fmla="*/ f33 f13 1"/>
                <a:gd name="f43" fmla="*/ f32 f14 1"/>
                <a:gd name="f44" fmla="*/ f34 f13 1"/>
                <a:gd name="f45" fmla="*/ f35 f13 1"/>
                <a:gd name="f46" fmla="*/ f3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40" y="f41"/>
                </a:cxn>
                <a:cxn ang="f25">
                  <a:pos x="f42" y="f43"/>
                </a:cxn>
                <a:cxn ang="f25">
                  <a:pos x="f44" y="f41"/>
                </a:cxn>
                <a:cxn ang="f25">
                  <a:pos x="f45" y="f46"/>
                </a:cxn>
                <a:cxn ang="f25">
                  <a:pos x="f40" y="f41"/>
                </a:cxn>
              </a:cxnLst>
              <a:rect l="f36" t="f39" r="f37" b="f38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10" y="f5"/>
                    <a:pt x="f11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8" name="Freeform: Shape 2143">
              <a:extLst>
                <a:ext uri="{FF2B5EF4-FFF2-40B4-BE49-F238E27FC236}">
                  <a16:creationId xmlns:a16="http://schemas.microsoft.com/office/drawing/2014/main" id="{C8A0747F-9875-9185-C4D0-E6CDC781A70E}"/>
                </a:ext>
              </a:extLst>
            </p:cNvPr>
            <p:cNvSpPr/>
            <p:nvPr/>
          </p:nvSpPr>
          <p:spPr>
            <a:xfrm>
              <a:off x="4867332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9" name="Freeform: Shape 2144">
              <a:extLst>
                <a:ext uri="{FF2B5EF4-FFF2-40B4-BE49-F238E27FC236}">
                  <a16:creationId xmlns:a16="http://schemas.microsoft.com/office/drawing/2014/main" id="{48335D0A-EDCD-C3FD-8DAF-D581BB38A185}"/>
                </a:ext>
              </a:extLst>
            </p:cNvPr>
            <p:cNvSpPr/>
            <p:nvPr/>
          </p:nvSpPr>
          <p:spPr>
            <a:xfrm>
              <a:off x="4976137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3143"/>
                <a:gd name="f11" fmla="val 3048"/>
                <a:gd name="f12" fmla="val 6953"/>
                <a:gd name="f13" fmla="val 10859"/>
                <a:gd name="f14" fmla="+- 0 0 -90"/>
                <a:gd name="f15" fmla="*/ f3 1 14096"/>
                <a:gd name="f16" fmla="*/ f4 1 14097"/>
                <a:gd name="f17" fmla="val f5"/>
                <a:gd name="f18" fmla="val f6"/>
                <a:gd name="f19" fmla="val f7"/>
                <a:gd name="f20" fmla="*/ f14 f0 1"/>
                <a:gd name="f21" fmla="+- f19 0 f17"/>
                <a:gd name="f22" fmla="+- f18 0 f17"/>
                <a:gd name="f23" fmla="*/ f20 1 f2"/>
                <a:gd name="f24" fmla="*/ f22 1 14096"/>
                <a:gd name="f25" fmla="*/ f21 1 14097"/>
                <a:gd name="f26" fmla="*/ 14097 f22 1"/>
                <a:gd name="f27" fmla="*/ 7049 f21 1"/>
                <a:gd name="f28" fmla="*/ 7049 f22 1"/>
                <a:gd name="f29" fmla="*/ 14097 f21 1"/>
                <a:gd name="f30" fmla="*/ 0 f22 1"/>
                <a:gd name="f31" fmla="*/ 6953 f22 1"/>
                <a:gd name="f32" fmla="*/ 0 f21 1"/>
                <a:gd name="f33" fmla="+- f23 0 f1"/>
                <a:gd name="f34" fmla="*/ f26 1 14096"/>
                <a:gd name="f35" fmla="*/ f27 1 14097"/>
                <a:gd name="f36" fmla="*/ f28 1 14096"/>
                <a:gd name="f37" fmla="*/ f29 1 14097"/>
                <a:gd name="f38" fmla="*/ f30 1 14096"/>
                <a:gd name="f39" fmla="*/ f31 1 14096"/>
                <a:gd name="f40" fmla="*/ f32 1 14097"/>
                <a:gd name="f41" fmla="*/ f17 1 f24"/>
                <a:gd name="f42" fmla="*/ f18 1 f24"/>
                <a:gd name="f43" fmla="*/ f17 1 f25"/>
                <a:gd name="f44" fmla="*/ f19 1 f25"/>
                <a:gd name="f45" fmla="*/ f34 1 f24"/>
                <a:gd name="f46" fmla="*/ f35 1 f25"/>
                <a:gd name="f47" fmla="*/ f36 1 f24"/>
                <a:gd name="f48" fmla="*/ f37 1 f25"/>
                <a:gd name="f49" fmla="*/ f38 1 f24"/>
                <a:gd name="f50" fmla="*/ f39 1 f24"/>
                <a:gd name="f51" fmla="*/ f40 1 f25"/>
                <a:gd name="f52" fmla="*/ f41 f15 1"/>
                <a:gd name="f53" fmla="*/ f42 f15 1"/>
                <a:gd name="f54" fmla="*/ f44 f16 1"/>
                <a:gd name="f55" fmla="*/ f43 f16 1"/>
                <a:gd name="f56" fmla="*/ f45 f15 1"/>
                <a:gd name="f57" fmla="*/ f46 f16 1"/>
                <a:gd name="f58" fmla="*/ f47 f15 1"/>
                <a:gd name="f59" fmla="*/ f48 f16 1"/>
                <a:gd name="f60" fmla="*/ f49 f15 1"/>
                <a:gd name="f61" fmla="*/ f50 f15 1"/>
                <a:gd name="f62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6" y="f57"/>
                </a:cxn>
                <a:cxn ang="f33">
                  <a:pos x="f58" y="f59"/>
                </a:cxn>
                <a:cxn ang="f33">
                  <a:pos x="f60" y="f57"/>
                </a:cxn>
                <a:cxn ang="f33">
                  <a:pos x="f61" y="f62"/>
                </a:cxn>
                <a:cxn ang="f33">
                  <a:pos x="f56" y="f57"/>
                </a:cxn>
              </a:cxnLst>
              <a:rect l="f52" t="f55" r="f53" b="f54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1" y="f5"/>
                    <a:pt x="f12" y="f5"/>
                  </a:cubicBezTo>
                  <a:cubicBezTo>
                    <a:pt x="f13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0" name="Freeform: Shape 2145">
              <a:extLst>
                <a:ext uri="{FF2B5EF4-FFF2-40B4-BE49-F238E27FC236}">
                  <a16:creationId xmlns:a16="http://schemas.microsoft.com/office/drawing/2014/main" id="{08D802B4-8EA1-6320-1268-6A0A920A9CBF}"/>
                </a:ext>
              </a:extLst>
            </p:cNvPr>
            <p:cNvSpPr/>
            <p:nvPr/>
          </p:nvSpPr>
          <p:spPr>
            <a:xfrm>
              <a:off x="5084768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1" name="Freeform: Shape 2146">
              <a:extLst>
                <a:ext uri="{FF2B5EF4-FFF2-40B4-BE49-F238E27FC236}">
                  <a16:creationId xmlns:a16="http://schemas.microsoft.com/office/drawing/2014/main" id="{02C8602E-0619-6C4F-4165-97FA6E4EFA54}"/>
                </a:ext>
              </a:extLst>
            </p:cNvPr>
            <p:cNvSpPr/>
            <p:nvPr/>
          </p:nvSpPr>
          <p:spPr>
            <a:xfrm>
              <a:off x="5193572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val 3048"/>
                <a:gd name="f13" fmla="val 6953"/>
                <a:gd name="f14" fmla="val 10858"/>
                <a:gd name="f15" fmla="+- 0 0 -90"/>
                <a:gd name="f16" fmla="*/ f3 1 14096"/>
                <a:gd name="f17" fmla="*/ f4 1 14097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14096"/>
                <a:gd name="f26" fmla="*/ f22 1 14097"/>
                <a:gd name="f27" fmla="*/ 14097 f23 1"/>
                <a:gd name="f28" fmla="*/ 7049 f22 1"/>
                <a:gd name="f29" fmla="*/ 7048 f23 1"/>
                <a:gd name="f30" fmla="*/ 14097 f22 1"/>
                <a:gd name="f31" fmla="*/ 0 f23 1"/>
                <a:gd name="f32" fmla="*/ 6953 f23 1"/>
                <a:gd name="f33" fmla="*/ 0 f22 1"/>
                <a:gd name="f34" fmla="+- f24 0 f1"/>
                <a:gd name="f35" fmla="*/ f27 1 14096"/>
                <a:gd name="f36" fmla="*/ f28 1 14097"/>
                <a:gd name="f37" fmla="*/ f29 1 14096"/>
                <a:gd name="f38" fmla="*/ f30 1 14097"/>
                <a:gd name="f39" fmla="*/ f31 1 14096"/>
                <a:gd name="f40" fmla="*/ f32 1 14096"/>
                <a:gd name="f41" fmla="*/ f33 1 14097"/>
                <a:gd name="f42" fmla="*/ f18 1 f25"/>
                <a:gd name="f43" fmla="*/ f19 1 f25"/>
                <a:gd name="f44" fmla="*/ f18 1 f26"/>
                <a:gd name="f45" fmla="*/ f20 1 f26"/>
                <a:gd name="f46" fmla="*/ f35 1 f25"/>
                <a:gd name="f47" fmla="*/ f36 1 f26"/>
                <a:gd name="f48" fmla="*/ f37 1 f25"/>
                <a:gd name="f49" fmla="*/ f38 1 f26"/>
                <a:gd name="f50" fmla="*/ f39 1 f25"/>
                <a:gd name="f51" fmla="*/ f40 1 f25"/>
                <a:gd name="f52" fmla="*/ f41 1 f26"/>
                <a:gd name="f53" fmla="*/ f42 f16 1"/>
                <a:gd name="f54" fmla="*/ f43 f16 1"/>
                <a:gd name="f55" fmla="*/ f45 f17 1"/>
                <a:gd name="f56" fmla="*/ f44 f17 1"/>
                <a:gd name="f57" fmla="*/ f46 f16 1"/>
                <a:gd name="f58" fmla="*/ f47 f17 1"/>
                <a:gd name="f59" fmla="*/ f48 f16 1"/>
                <a:gd name="f60" fmla="*/ f49 f17 1"/>
                <a:gd name="f61" fmla="*/ f50 f16 1"/>
                <a:gd name="f62" fmla="*/ f51 f16 1"/>
                <a:gd name="f63" fmla="*/ f52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7" y="f58"/>
                </a:cxn>
                <a:cxn ang="f34">
                  <a:pos x="f59" y="f60"/>
                </a:cxn>
                <a:cxn ang="f34">
                  <a:pos x="f61" y="f58"/>
                </a:cxn>
                <a:cxn ang="f34">
                  <a:pos x="f62" y="f63"/>
                </a:cxn>
                <a:cxn ang="f34">
                  <a:pos x="f57" y="f58"/>
                </a:cxn>
              </a:cxnLst>
              <a:rect l="f53" t="f56" r="f54" b="f55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2" y="f5"/>
                    <a:pt x="f13" y="f5"/>
                  </a:cubicBezTo>
                  <a:cubicBezTo>
                    <a:pt x="f14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2" name="Freeform: Shape 2147">
              <a:extLst>
                <a:ext uri="{FF2B5EF4-FFF2-40B4-BE49-F238E27FC236}">
                  <a16:creationId xmlns:a16="http://schemas.microsoft.com/office/drawing/2014/main" id="{060FCC0A-8359-61D9-CFFB-2EDAEAF9582C}"/>
                </a:ext>
              </a:extLst>
            </p:cNvPr>
            <p:cNvSpPr/>
            <p:nvPr/>
          </p:nvSpPr>
          <p:spPr>
            <a:xfrm>
              <a:off x="5302212" y="313925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41"/>
                <a:gd name="f10" fmla="val 7048"/>
                <a:gd name="f11" fmla="val 3156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3" name="Freeform: Shape 2148">
              <a:extLst>
                <a:ext uri="{FF2B5EF4-FFF2-40B4-BE49-F238E27FC236}">
                  <a16:creationId xmlns:a16="http://schemas.microsoft.com/office/drawing/2014/main" id="{B0A2489A-2DB0-620C-59A6-37E6A42BAA51}"/>
                </a:ext>
              </a:extLst>
            </p:cNvPr>
            <p:cNvSpPr/>
            <p:nvPr/>
          </p:nvSpPr>
          <p:spPr>
            <a:xfrm>
              <a:off x="4758702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9"/>
                <a:gd name="f8" fmla="val 7051"/>
                <a:gd name="f9" fmla="val 10956"/>
                <a:gd name="f10" fmla="val 10954"/>
                <a:gd name="f11" fmla="val 7049"/>
                <a:gd name="f12" fmla="val 3143"/>
                <a:gd name="f13" fmla="val 3145"/>
                <a:gd name="f14" fmla="val 2"/>
                <a:gd name="f15" fmla="val -93"/>
                <a:gd name="f16" fmla="+- 0 0 -90"/>
                <a:gd name="f17" fmla="*/ f3 1 14097"/>
                <a:gd name="f18" fmla="*/ f4 1 14099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097"/>
                <a:gd name="f27" fmla="*/ f23 1 14099"/>
                <a:gd name="f28" fmla="*/ 14097 f24 1"/>
                <a:gd name="f29" fmla="*/ 7051 f23 1"/>
                <a:gd name="f30" fmla="*/ 7049 f24 1"/>
                <a:gd name="f31" fmla="*/ 14099 f23 1"/>
                <a:gd name="f32" fmla="*/ 0 f24 1"/>
                <a:gd name="f33" fmla="*/ 2 f23 1"/>
                <a:gd name="f34" fmla="+- f25 0 f1"/>
                <a:gd name="f35" fmla="*/ f28 1 14097"/>
                <a:gd name="f36" fmla="*/ f29 1 14099"/>
                <a:gd name="f37" fmla="*/ f30 1 14097"/>
                <a:gd name="f38" fmla="*/ f31 1 14099"/>
                <a:gd name="f39" fmla="*/ f32 1 14097"/>
                <a:gd name="f40" fmla="*/ f33 1 14099"/>
                <a:gd name="f41" fmla="*/ f19 1 f26"/>
                <a:gd name="f42" fmla="*/ f20 1 f26"/>
                <a:gd name="f43" fmla="*/ f19 1 f27"/>
                <a:gd name="f44" fmla="*/ f21 1 f27"/>
                <a:gd name="f45" fmla="*/ f35 1 f26"/>
                <a:gd name="f46" fmla="*/ f36 1 f27"/>
                <a:gd name="f47" fmla="*/ f37 1 f26"/>
                <a:gd name="f48" fmla="*/ f38 1 f27"/>
                <a:gd name="f49" fmla="*/ f39 1 f26"/>
                <a:gd name="f50" fmla="*/ f40 1 f27"/>
                <a:gd name="f51" fmla="*/ f41 f17 1"/>
                <a:gd name="f52" fmla="*/ f42 f17 1"/>
                <a:gd name="f53" fmla="*/ f44 f18 1"/>
                <a:gd name="f54" fmla="*/ f43 f18 1"/>
                <a:gd name="f55" fmla="*/ f45 f17 1"/>
                <a:gd name="f56" fmla="*/ f46 f18 1"/>
                <a:gd name="f57" fmla="*/ f47 f17 1"/>
                <a:gd name="f58" fmla="*/ f48 f18 1"/>
                <a:gd name="f59" fmla="*/ f49 f17 1"/>
                <a:gd name="f60" fmla="*/ f50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5" y="f56"/>
                </a:cxn>
                <a:cxn ang="f34">
                  <a:pos x="f57" y="f58"/>
                </a:cxn>
                <a:cxn ang="f34">
                  <a:pos x="f59" y="f56"/>
                </a:cxn>
                <a:cxn ang="f34">
                  <a:pos x="f57" y="f60"/>
                </a:cxn>
                <a:cxn ang="f34">
                  <a:pos x="f55" y="f56"/>
                </a:cxn>
              </a:cxnLst>
              <a:rect l="f51" t="f54" r="f52" b="f53"/>
              <a:pathLst>
                <a:path w="14097" h="14099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2" y="f14"/>
                    <a:pt x="f11" y="f14"/>
                  </a:cubicBezTo>
                  <a:cubicBezTo>
                    <a:pt x="f10" y="f1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4" name="Freeform: Shape 2149">
              <a:extLst>
                <a:ext uri="{FF2B5EF4-FFF2-40B4-BE49-F238E27FC236}">
                  <a16:creationId xmlns:a16="http://schemas.microsoft.com/office/drawing/2014/main" id="{AA4505A0-1777-1422-1924-EAB96196FF3D}"/>
                </a:ext>
              </a:extLst>
            </p:cNvPr>
            <p:cNvSpPr/>
            <p:nvPr/>
          </p:nvSpPr>
          <p:spPr>
            <a:xfrm>
              <a:off x="4867332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5" name="Freeform: Shape 2150">
              <a:extLst>
                <a:ext uri="{FF2B5EF4-FFF2-40B4-BE49-F238E27FC236}">
                  <a16:creationId xmlns:a16="http://schemas.microsoft.com/office/drawing/2014/main" id="{86C061CC-2E28-CAC7-2DBC-C42AD8DC61CD}"/>
                </a:ext>
              </a:extLst>
            </p:cNvPr>
            <p:cNvSpPr/>
            <p:nvPr/>
          </p:nvSpPr>
          <p:spPr>
            <a:xfrm>
              <a:off x="4976137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9"/>
                <a:gd name="f13" fmla="val 3143"/>
                <a:gd name="f14" fmla="val 3145"/>
                <a:gd name="f15" fmla="val 2"/>
                <a:gd name="f16" fmla="val 10859"/>
                <a:gd name="f17" fmla="val -93"/>
                <a:gd name="f18" fmla="+- 0 0 -90"/>
                <a:gd name="f19" fmla="*/ f3 1 14096"/>
                <a:gd name="f20" fmla="*/ f4 1 14099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14096"/>
                <a:gd name="f29" fmla="*/ f25 1 14099"/>
                <a:gd name="f30" fmla="*/ 14097 f26 1"/>
                <a:gd name="f31" fmla="*/ 7051 f25 1"/>
                <a:gd name="f32" fmla="*/ 7049 f26 1"/>
                <a:gd name="f33" fmla="*/ 14099 f25 1"/>
                <a:gd name="f34" fmla="*/ 0 f26 1"/>
                <a:gd name="f35" fmla="*/ 2 f25 1"/>
                <a:gd name="f36" fmla="+- f27 0 f1"/>
                <a:gd name="f37" fmla="*/ f30 1 14096"/>
                <a:gd name="f38" fmla="*/ f31 1 14099"/>
                <a:gd name="f39" fmla="*/ f32 1 14096"/>
                <a:gd name="f40" fmla="*/ f33 1 14099"/>
                <a:gd name="f41" fmla="*/ f34 1 14096"/>
                <a:gd name="f42" fmla="*/ f35 1 14099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58"/>
                </a:cxn>
                <a:cxn ang="f36">
                  <a:pos x="f59" y="f62"/>
                </a:cxn>
                <a:cxn ang="f36">
                  <a:pos x="f57" y="f58"/>
                </a:cxn>
              </a:cxnLst>
              <a:rect l="f53" t="f56" r="f54" b="f55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6" y="f17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6" name="Freeform: Shape 2151">
              <a:extLst>
                <a:ext uri="{FF2B5EF4-FFF2-40B4-BE49-F238E27FC236}">
                  <a16:creationId xmlns:a16="http://schemas.microsoft.com/office/drawing/2014/main" id="{A355915F-3CCD-097F-E521-0C04F21BF7CC}"/>
                </a:ext>
              </a:extLst>
            </p:cNvPr>
            <p:cNvSpPr/>
            <p:nvPr/>
          </p:nvSpPr>
          <p:spPr>
            <a:xfrm>
              <a:off x="5084768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7" name="Freeform: Shape 2152">
              <a:extLst>
                <a:ext uri="{FF2B5EF4-FFF2-40B4-BE49-F238E27FC236}">
                  <a16:creationId xmlns:a16="http://schemas.microsoft.com/office/drawing/2014/main" id="{B327379A-4AB7-D914-40A8-D0C3CE952CF1}"/>
                </a:ext>
              </a:extLst>
            </p:cNvPr>
            <p:cNvSpPr/>
            <p:nvPr/>
          </p:nvSpPr>
          <p:spPr>
            <a:xfrm>
              <a:off x="5193572" y="3248049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10858"/>
                <a:gd name="f17" fmla="val -93"/>
                <a:gd name="f18" fmla="+- 0 0 -90"/>
                <a:gd name="f19" fmla="*/ f3 1 14096"/>
                <a:gd name="f20" fmla="*/ f4 1 14099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14096"/>
                <a:gd name="f29" fmla="*/ f25 1 14099"/>
                <a:gd name="f30" fmla="*/ 14097 f26 1"/>
                <a:gd name="f31" fmla="*/ 7051 f25 1"/>
                <a:gd name="f32" fmla="*/ 7048 f26 1"/>
                <a:gd name="f33" fmla="*/ 14099 f25 1"/>
                <a:gd name="f34" fmla="*/ 0 f26 1"/>
                <a:gd name="f35" fmla="*/ 2 f25 1"/>
                <a:gd name="f36" fmla="+- f27 0 f1"/>
                <a:gd name="f37" fmla="*/ f30 1 14096"/>
                <a:gd name="f38" fmla="*/ f31 1 14099"/>
                <a:gd name="f39" fmla="*/ f32 1 14096"/>
                <a:gd name="f40" fmla="*/ f33 1 14099"/>
                <a:gd name="f41" fmla="*/ f34 1 14096"/>
                <a:gd name="f42" fmla="*/ f35 1 14099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58"/>
                </a:cxn>
                <a:cxn ang="f36">
                  <a:pos x="f59" y="f62"/>
                </a:cxn>
                <a:cxn ang="f36">
                  <a:pos x="f57" y="f58"/>
                </a:cxn>
              </a:cxnLst>
              <a:rect l="f53" t="f56" r="f54" b="f55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6" y="f17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8" name="Freeform: Shape 2153">
              <a:extLst>
                <a:ext uri="{FF2B5EF4-FFF2-40B4-BE49-F238E27FC236}">
                  <a16:creationId xmlns:a16="http://schemas.microsoft.com/office/drawing/2014/main" id="{51CDB8AD-DACE-1676-B652-76DF73B6A26B}"/>
                </a:ext>
              </a:extLst>
            </p:cNvPr>
            <p:cNvSpPr/>
            <p:nvPr/>
          </p:nvSpPr>
          <p:spPr>
            <a:xfrm>
              <a:off x="5302212" y="324804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9" name="Freeform: Shape 2154">
              <a:extLst>
                <a:ext uri="{FF2B5EF4-FFF2-40B4-BE49-F238E27FC236}">
                  <a16:creationId xmlns:a16="http://schemas.microsoft.com/office/drawing/2014/main" id="{521D56C6-6F4E-86EE-F92A-1A14C7A9D6D9}"/>
                </a:ext>
              </a:extLst>
            </p:cNvPr>
            <p:cNvSpPr/>
            <p:nvPr/>
          </p:nvSpPr>
          <p:spPr>
            <a:xfrm>
              <a:off x="4758702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0" name="Freeform: Shape 2155">
              <a:extLst>
                <a:ext uri="{FF2B5EF4-FFF2-40B4-BE49-F238E27FC236}">
                  <a16:creationId xmlns:a16="http://schemas.microsoft.com/office/drawing/2014/main" id="{678B142A-7B8B-A388-335B-F8BFF768F46C}"/>
                </a:ext>
              </a:extLst>
            </p:cNvPr>
            <p:cNvSpPr/>
            <p:nvPr/>
          </p:nvSpPr>
          <p:spPr>
            <a:xfrm>
              <a:off x="4867332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1" name="Freeform: Shape 2156">
              <a:extLst>
                <a:ext uri="{FF2B5EF4-FFF2-40B4-BE49-F238E27FC236}">
                  <a16:creationId xmlns:a16="http://schemas.microsoft.com/office/drawing/2014/main" id="{12EADE66-FD64-F4BE-150A-2DEF195C8B20}"/>
                </a:ext>
              </a:extLst>
            </p:cNvPr>
            <p:cNvSpPr/>
            <p:nvPr/>
          </p:nvSpPr>
          <p:spPr>
            <a:xfrm>
              <a:off x="4976137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7049"/>
                <a:gd name="f11" fmla="val 3143"/>
                <a:gd name="f12" fmla="val 10859"/>
                <a:gd name="f13" fmla="+- 0 0 -90"/>
                <a:gd name="f14" fmla="*/ f3 1 14096"/>
                <a:gd name="f15" fmla="*/ f4 1 14096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14096"/>
                <a:gd name="f22" fmla="*/ 14097 f19 1"/>
                <a:gd name="f23" fmla="*/ 7048 f19 1"/>
                <a:gd name="f24" fmla="*/ 7049 f19 1"/>
                <a:gd name="f25" fmla="*/ 0 f19 1"/>
                <a:gd name="f26" fmla="+- f20 0 f1"/>
                <a:gd name="f27" fmla="*/ f22 1 14096"/>
                <a:gd name="f28" fmla="*/ f23 1 14096"/>
                <a:gd name="f29" fmla="*/ f24 1 14096"/>
                <a:gd name="f30" fmla="*/ f25 1 14096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3 f15 1"/>
                <a:gd name="f45" fmla="*/ f36 f14 1"/>
                <a:gd name="f46" fmla="*/ f3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2"/>
                </a:cxn>
                <a:cxn ang="f26">
                  <a:pos x="f43" y="f46"/>
                </a:cxn>
                <a:cxn ang="f26">
                  <a:pos x="f41" y="f42"/>
                </a:cxn>
              </a:cxnLst>
              <a:rect l="f37" t="f40" r="f38" b="f39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12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2" name="Freeform: Shape 2157">
              <a:extLst>
                <a:ext uri="{FF2B5EF4-FFF2-40B4-BE49-F238E27FC236}">
                  <a16:creationId xmlns:a16="http://schemas.microsoft.com/office/drawing/2014/main" id="{1F81E227-27A3-E706-89B3-470284977D08}"/>
                </a:ext>
              </a:extLst>
            </p:cNvPr>
            <p:cNvSpPr/>
            <p:nvPr/>
          </p:nvSpPr>
          <p:spPr>
            <a:xfrm>
              <a:off x="5084768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3" name="Freeform: Shape 2158">
              <a:extLst>
                <a:ext uri="{FF2B5EF4-FFF2-40B4-BE49-F238E27FC236}">
                  <a16:creationId xmlns:a16="http://schemas.microsoft.com/office/drawing/2014/main" id="{D5F857EE-818A-7847-B2C1-2AE8B792BF5E}"/>
                </a:ext>
              </a:extLst>
            </p:cNvPr>
            <p:cNvSpPr/>
            <p:nvPr/>
          </p:nvSpPr>
          <p:spPr>
            <a:xfrm>
              <a:off x="5193572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val 10858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8 f18 1"/>
                <a:gd name="f23" fmla="*/ 0 f18 1"/>
                <a:gd name="f24" fmla="+- f19 0 f1"/>
                <a:gd name="f25" fmla="*/ f21 1 14096"/>
                <a:gd name="f26" fmla="*/ f22 1 14096"/>
                <a:gd name="f27" fmla="*/ f23 1 14096"/>
                <a:gd name="f28" fmla="*/ f15 1 f20"/>
                <a:gd name="f29" fmla="*/ f16 1 f20"/>
                <a:gd name="f30" fmla="*/ f25 1 f20"/>
                <a:gd name="f31" fmla="*/ f26 1 f20"/>
                <a:gd name="f32" fmla="*/ f27 1 f20"/>
                <a:gd name="f33" fmla="*/ f28 f13 1"/>
                <a:gd name="f34" fmla="*/ f29 f13 1"/>
                <a:gd name="f35" fmla="*/ f29 f14 1"/>
                <a:gd name="f36" fmla="*/ f28 f14 1"/>
                <a:gd name="f37" fmla="*/ f30 f13 1"/>
                <a:gd name="f38" fmla="*/ f31 f14 1"/>
                <a:gd name="f39" fmla="*/ f31 f13 1"/>
                <a:gd name="f40" fmla="*/ f30 f14 1"/>
                <a:gd name="f41" fmla="*/ f32 f13 1"/>
                <a:gd name="f42" fmla="*/ f3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7" y="f38"/>
                </a:cxn>
                <a:cxn ang="f24">
                  <a:pos x="f39" y="f40"/>
                </a:cxn>
                <a:cxn ang="f24">
                  <a:pos x="f41" y="f38"/>
                </a:cxn>
                <a:cxn ang="f24">
                  <a:pos x="f39" y="f42"/>
                </a:cxn>
                <a:cxn ang="f24">
                  <a:pos x="f37" y="f38"/>
                </a:cxn>
              </a:cxnLst>
              <a:rect l="f33" t="f36" r="f34" b="f35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11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4" name="Freeform: Shape 2159">
              <a:extLst>
                <a:ext uri="{FF2B5EF4-FFF2-40B4-BE49-F238E27FC236}">
                  <a16:creationId xmlns:a16="http://schemas.microsoft.com/office/drawing/2014/main" id="{D43DDA7E-B85B-D973-3085-62C0A18AFB5A}"/>
                </a:ext>
              </a:extLst>
            </p:cNvPr>
            <p:cNvSpPr/>
            <p:nvPr/>
          </p:nvSpPr>
          <p:spPr>
            <a:xfrm>
              <a:off x="5302212" y="335668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41"/>
                <a:gd name="f10" fmla="val 7048"/>
                <a:gd name="f11" fmla="val 3156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5" name="Freeform: Shape 2160">
              <a:extLst>
                <a:ext uri="{FF2B5EF4-FFF2-40B4-BE49-F238E27FC236}">
                  <a16:creationId xmlns:a16="http://schemas.microsoft.com/office/drawing/2014/main" id="{8B294160-F4E8-95CA-FF7A-36F601CA1551}"/>
                </a:ext>
              </a:extLst>
            </p:cNvPr>
            <p:cNvSpPr/>
            <p:nvPr/>
          </p:nvSpPr>
          <p:spPr>
            <a:xfrm>
              <a:off x="4758702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9"/>
                <a:gd name="f8" fmla="val 7051"/>
                <a:gd name="f9" fmla="val 10956"/>
                <a:gd name="f10" fmla="val 10954"/>
                <a:gd name="f11" fmla="val 7049"/>
                <a:gd name="f12" fmla="val 3143"/>
                <a:gd name="f13" fmla="val 3145"/>
                <a:gd name="f14" fmla="val 2"/>
                <a:gd name="f15" fmla="val -93"/>
                <a:gd name="f16" fmla="+- 0 0 -90"/>
                <a:gd name="f17" fmla="*/ f3 1 14097"/>
                <a:gd name="f18" fmla="*/ f4 1 14099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097"/>
                <a:gd name="f27" fmla="*/ f23 1 14099"/>
                <a:gd name="f28" fmla="*/ 14097 f24 1"/>
                <a:gd name="f29" fmla="*/ 7051 f23 1"/>
                <a:gd name="f30" fmla="*/ 7049 f24 1"/>
                <a:gd name="f31" fmla="*/ 14099 f23 1"/>
                <a:gd name="f32" fmla="*/ 0 f24 1"/>
                <a:gd name="f33" fmla="*/ 2 f23 1"/>
                <a:gd name="f34" fmla="+- f25 0 f1"/>
                <a:gd name="f35" fmla="*/ f28 1 14097"/>
                <a:gd name="f36" fmla="*/ f29 1 14099"/>
                <a:gd name="f37" fmla="*/ f30 1 14097"/>
                <a:gd name="f38" fmla="*/ f31 1 14099"/>
                <a:gd name="f39" fmla="*/ f32 1 14097"/>
                <a:gd name="f40" fmla="*/ f33 1 14099"/>
                <a:gd name="f41" fmla="*/ f19 1 f26"/>
                <a:gd name="f42" fmla="*/ f20 1 f26"/>
                <a:gd name="f43" fmla="*/ f19 1 f27"/>
                <a:gd name="f44" fmla="*/ f21 1 f27"/>
                <a:gd name="f45" fmla="*/ f35 1 f26"/>
                <a:gd name="f46" fmla="*/ f36 1 f27"/>
                <a:gd name="f47" fmla="*/ f37 1 f26"/>
                <a:gd name="f48" fmla="*/ f38 1 f27"/>
                <a:gd name="f49" fmla="*/ f39 1 f26"/>
                <a:gd name="f50" fmla="*/ f40 1 f27"/>
                <a:gd name="f51" fmla="*/ f41 f17 1"/>
                <a:gd name="f52" fmla="*/ f42 f17 1"/>
                <a:gd name="f53" fmla="*/ f44 f18 1"/>
                <a:gd name="f54" fmla="*/ f43 f18 1"/>
                <a:gd name="f55" fmla="*/ f45 f17 1"/>
                <a:gd name="f56" fmla="*/ f46 f18 1"/>
                <a:gd name="f57" fmla="*/ f47 f17 1"/>
                <a:gd name="f58" fmla="*/ f48 f18 1"/>
                <a:gd name="f59" fmla="*/ f49 f17 1"/>
                <a:gd name="f60" fmla="*/ f50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5" y="f56"/>
                </a:cxn>
                <a:cxn ang="f34">
                  <a:pos x="f57" y="f58"/>
                </a:cxn>
                <a:cxn ang="f34">
                  <a:pos x="f59" y="f56"/>
                </a:cxn>
                <a:cxn ang="f34">
                  <a:pos x="f57" y="f60"/>
                </a:cxn>
                <a:cxn ang="f34">
                  <a:pos x="f55" y="f56"/>
                </a:cxn>
              </a:cxnLst>
              <a:rect l="f51" t="f54" r="f52" b="f53"/>
              <a:pathLst>
                <a:path w="14097" h="14099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2" y="f14"/>
                    <a:pt x="f11" y="f14"/>
                  </a:cubicBezTo>
                  <a:cubicBezTo>
                    <a:pt x="f10" y="f1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6" name="Freeform: Shape 2161">
              <a:extLst>
                <a:ext uri="{FF2B5EF4-FFF2-40B4-BE49-F238E27FC236}">
                  <a16:creationId xmlns:a16="http://schemas.microsoft.com/office/drawing/2014/main" id="{2496498A-C49A-1174-BEBB-C4C5C88CB4BA}"/>
                </a:ext>
              </a:extLst>
            </p:cNvPr>
            <p:cNvSpPr/>
            <p:nvPr/>
          </p:nvSpPr>
          <p:spPr>
            <a:xfrm>
              <a:off x="4867332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7" name="Freeform: Shape 2162">
              <a:extLst>
                <a:ext uri="{FF2B5EF4-FFF2-40B4-BE49-F238E27FC236}">
                  <a16:creationId xmlns:a16="http://schemas.microsoft.com/office/drawing/2014/main" id="{D74F05F2-C5AD-6976-E360-0D1AC612A7CB}"/>
                </a:ext>
              </a:extLst>
            </p:cNvPr>
            <p:cNvSpPr/>
            <p:nvPr/>
          </p:nvSpPr>
          <p:spPr>
            <a:xfrm>
              <a:off x="4976137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9"/>
                <a:gd name="f13" fmla="val 3143"/>
                <a:gd name="f14" fmla="val 3145"/>
                <a:gd name="f15" fmla="val 2"/>
                <a:gd name="f16" fmla="val 10859"/>
                <a:gd name="f17" fmla="val -93"/>
                <a:gd name="f18" fmla="+- 0 0 -90"/>
                <a:gd name="f19" fmla="*/ f3 1 14096"/>
                <a:gd name="f20" fmla="*/ f4 1 14099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14096"/>
                <a:gd name="f29" fmla="*/ f25 1 14099"/>
                <a:gd name="f30" fmla="*/ 14097 f26 1"/>
                <a:gd name="f31" fmla="*/ 7051 f25 1"/>
                <a:gd name="f32" fmla="*/ 7049 f26 1"/>
                <a:gd name="f33" fmla="*/ 14099 f25 1"/>
                <a:gd name="f34" fmla="*/ 0 f26 1"/>
                <a:gd name="f35" fmla="*/ 2 f25 1"/>
                <a:gd name="f36" fmla="+- f27 0 f1"/>
                <a:gd name="f37" fmla="*/ f30 1 14096"/>
                <a:gd name="f38" fmla="*/ f31 1 14099"/>
                <a:gd name="f39" fmla="*/ f32 1 14096"/>
                <a:gd name="f40" fmla="*/ f33 1 14099"/>
                <a:gd name="f41" fmla="*/ f34 1 14096"/>
                <a:gd name="f42" fmla="*/ f35 1 14099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58"/>
                </a:cxn>
                <a:cxn ang="f36">
                  <a:pos x="f59" y="f62"/>
                </a:cxn>
                <a:cxn ang="f36">
                  <a:pos x="f57" y="f58"/>
                </a:cxn>
              </a:cxnLst>
              <a:rect l="f53" t="f56" r="f54" b="f55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6" y="f17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8" name="Freeform: Shape 2163">
              <a:extLst>
                <a:ext uri="{FF2B5EF4-FFF2-40B4-BE49-F238E27FC236}">
                  <a16:creationId xmlns:a16="http://schemas.microsoft.com/office/drawing/2014/main" id="{4EFC56E4-0E83-CA2D-1376-AB89895D7E54}"/>
                </a:ext>
              </a:extLst>
            </p:cNvPr>
            <p:cNvSpPr/>
            <p:nvPr/>
          </p:nvSpPr>
          <p:spPr>
            <a:xfrm>
              <a:off x="5084768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89" name="Freeform: Shape 2164">
              <a:extLst>
                <a:ext uri="{FF2B5EF4-FFF2-40B4-BE49-F238E27FC236}">
                  <a16:creationId xmlns:a16="http://schemas.microsoft.com/office/drawing/2014/main" id="{2486093D-59D6-D26F-52CE-27FD7DBF8E6A}"/>
                </a:ext>
              </a:extLst>
            </p:cNvPr>
            <p:cNvSpPr/>
            <p:nvPr/>
          </p:nvSpPr>
          <p:spPr>
            <a:xfrm>
              <a:off x="5193572" y="3465484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10858"/>
                <a:gd name="f17" fmla="val -93"/>
                <a:gd name="f18" fmla="+- 0 0 -90"/>
                <a:gd name="f19" fmla="*/ f3 1 14096"/>
                <a:gd name="f20" fmla="*/ f4 1 14099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14096"/>
                <a:gd name="f29" fmla="*/ f25 1 14099"/>
                <a:gd name="f30" fmla="*/ 14097 f26 1"/>
                <a:gd name="f31" fmla="*/ 7051 f25 1"/>
                <a:gd name="f32" fmla="*/ 7048 f26 1"/>
                <a:gd name="f33" fmla="*/ 14099 f25 1"/>
                <a:gd name="f34" fmla="*/ 0 f26 1"/>
                <a:gd name="f35" fmla="*/ 2 f25 1"/>
                <a:gd name="f36" fmla="+- f27 0 f1"/>
                <a:gd name="f37" fmla="*/ f30 1 14096"/>
                <a:gd name="f38" fmla="*/ f31 1 14099"/>
                <a:gd name="f39" fmla="*/ f32 1 14096"/>
                <a:gd name="f40" fmla="*/ f33 1 14099"/>
                <a:gd name="f41" fmla="*/ f34 1 14096"/>
                <a:gd name="f42" fmla="*/ f35 1 14099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58"/>
                </a:cxn>
                <a:cxn ang="f36">
                  <a:pos x="f59" y="f62"/>
                </a:cxn>
                <a:cxn ang="f36">
                  <a:pos x="f57" y="f58"/>
                </a:cxn>
              </a:cxnLst>
              <a:rect l="f53" t="f56" r="f54" b="f55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6" y="f17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0" name="Freeform: Shape 2165">
              <a:extLst>
                <a:ext uri="{FF2B5EF4-FFF2-40B4-BE49-F238E27FC236}">
                  <a16:creationId xmlns:a16="http://schemas.microsoft.com/office/drawing/2014/main" id="{72109A23-401E-6D35-BE28-E9FCBA166AB2}"/>
                </a:ext>
              </a:extLst>
            </p:cNvPr>
            <p:cNvSpPr/>
            <p:nvPr/>
          </p:nvSpPr>
          <p:spPr>
            <a:xfrm>
              <a:off x="5302212" y="346548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1" name="Freeform: Shape 2166">
              <a:extLst>
                <a:ext uri="{FF2B5EF4-FFF2-40B4-BE49-F238E27FC236}">
                  <a16:creationId xmlns:a16="http://schemas.microsoft.com/office/drawing/2014/main" id="{42C39123-24B3-E9B4-226C-56D700E42D18}"/>
                </a:ext>
              </a:extLst>
            </p:cNvPr>
            <p:cNvSpPr/>
            <p:nvPr/>
          </p:nvSpPr>
          <p:spPr>
            <a:xfrm>
              <a:off x="4758702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2" name="Freeform: Shape 2167">
              <a:extLst>
                <a:ext uri="{FF2B5EF4-FFF2-40B4-BE49-F238E27FC236}">
                  <a16:creationId xmlns:a16="http://schemas.microsoft.com/office/drawing/2014/main" id="{228C923D-F53E-BF07-57B0-0DB4DA4E926E}"/>
                </a:ext>
              </a:extLst>
            </p:cNvPr>
            <p:cNvSpPr/>
            <p:nvPr/>
          </p:nvSpPr>
          <p:spPr>
            <a:xfrm>
              <a:off x="4867332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3" name="Freeform: Shape 2168">
              <a:extLst>
                <a:ext uri="{FF2B5EF4-FFF2-40B4-BE49-F238E27FC236}">
                  <a16:creationId xmlns:a16="http://schemas.microsoft.com/office/drawing/2014/main" id="{3508A1DF-746E-1F81-E8FB-6306EE7033AE}"/>
                </a:ext>
              </a:extLst>
            </p:cNvPr>
            <p:cNvSpPr/>
            <p:nvPr/>
          </p:nvSpPr>
          <p:spPr>
            <a:xfrm>
              <a:off x="4976137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7049"/>
                <a:gd name="f11" fmla="val 3143"/>
                <a:gd name="f12" fmla="val 10859"/>
                <a:gd name="f13" fmla="+- 0 0 -90"/>
                <a:gd name="f14" fmla="*/ f3 1 14096"/>
                <a:gd name="f15" fmla="*/ f4 1 14096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14096"/>
                <a:gd name="f22" fmla="*/ 14097 f19 1"/>
                <a:gd name="f23" fmla="*/ 7048 f19 1"/>
                <a:gd name="f24" fmla="*/ 7049 f19 1"/>
                <a:gd name="f25" fmla="*/ 0 f19 1"/>
                <a:gd name="f26" fmla="+- f20 0 f1"/>
                <a:gd name="f27" fmla="*/ f22 1 14096"/>
                <a:gd name="f28" fmla="*/ f23 1 14096"/>
                <a:gd name="f29" fmla="*/ f24 1 14096"/>
                <a:gd name="f30" fmla="*/ f25 1 14096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3 f15 1"/>
                <a:gd name="f45" fmla="*/ f36 f14 1"/>
                <a:gd name="f46" fmla="*/ f3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2"/>
                </a:cxn>
                <a:cxn ang="f26">
                  <a:pos x="f43" y="f46"/>
                </a:cxn>
                <a:cxn ang="f26">
                  <a:pos x="f41" y="f42"/>
                </a:cxn>
              </a:cxnLst>
              <a:rect l="f37" t="f40" r="f38" b="f39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12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4" name="Freeform: Shape 2169">
              <a:extLst>
                <a:ext uri="{FF2B5EF4-FFF2-40B4-BE49-F238E27FC236}">
                  <a16:creationId xmlns:a16="http://schemas.microsoft.com/office/drawing/2014/main" id="{91C28D68-E0BA-6F8E-A9E2-7B0E874117DD}"/>
                </a:ext>
              </a:extLst>
            </p:cNvPr>
            <p:cNvSpPr/>
            <p:nvPr/>
          </p:nvSpPr>
          <p:spPr>
            <a:xfrm>
              <a:off x="5084768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5" name="Freeform: Shape 2170">
              <a:extLst>
                <a:ext uri="{FF2B5EF4-FFF2-40B4-BE49-F238E27FC236}">
                  <a16:creationId xmlns:a16="http://schemas.microsoft.com/office/drawing/2014/main" id="{988B958D-DF17-9CF4-1D45-76EA825794DA}"/>
                </a:ext>
              </a:extLst>
            </p:cNvPr>
            <p:cNvSpPr/>
            <p:nvPr/>
          </p:nvSpPr>
          <p:spPr>
            <a:xfrm>
              <a:off x="5193572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val 10858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8 f18 1"/>
                <a:gd name="f23" fmla="*/ 0 f18 1"/>
                <a:gd name="f24" fmla="+- f19 0 f1"/>
                <a:gd name="f25" fmla="*/ f21 1 14096"/>
                <a:gd name="f26" fmla="*/ f22 1 14096"/>
                <a:gd name="f27" fmla="*/ f23 1 14096"/>
                <a:gd name="f28" fmla="*/ f15 1 f20"/>
                <a:gd name="f29" fmla="*/ f16 1 f20"/>
                <a:gd name="f30" fmla="*/ f25 1 f20"/>
                <a:gd name="f31" fmla="*/ f26 1 f20"/>
                <a:gd name="f32" fmla="*/ f27 1 f20"/>
                <a:gd name="f33" fmla="*/ f28 f13 1"/>
                <a:gd name="f34" fmla="*/ f29 f13 1"/>
                <a:gd name="f35" fmla="*/ f29 f14 1"/>
                <a:gd name="f36" fmla="*/ f28 f14 1"/>
                <a:gd name="f37" fmla="*/ f30 f13 1"/>
                <a:gd name="f38" fmla="*/ f31 f14 1"/>
                <a:gd name="f39" fmla="*/ f31 f13 1"/>
                <a:gd name="f40" fmla="*/ f30 f14 1"/>
                <a:gd name="f41" fmla="*/ f32 f13 1"/>
                <a:gd name="f42" fmla="*/ f3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7" y="f38"/>
                </a:cxn>
                <a:cxn ang="f24">
                  <a:pos x="f39" y="f40"/>
                </a:cxn>
                <a:cxn ang="f24">
                  <a:pos x="f41" y="f38"/>
                </a:cxn>
                <a:cxn ang="f24">
                  <a:pos x="f39" y="f42"/>
                </a:cxn>
                <a:cxn ang="f24">
                  <a:pos x="f37" y="f38"/>
                </a:cxn>
              </a:cxnLst>
              <a:rect l="f33" t="f36" r="f34" b="f35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11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6" name="Freeform: Shape 2171">
              <a:extLst>
                <a:ext uri="{FF2B5EF4-FFF2-40B4-BE49-F238E27FC236}">
                  <a16:creationId xmlns:a16="http://schemas.microsoft.com/office/drawing/2014/main" id="{C8B77E8E-1772-4624-661A-E3C97980ECEE}"/>
                </a:ext>
              </a:extLst>
            </p:cNvPr>
            <p:cNvSpPr/>
            <p:nvPr/>
          </p:nvSpPr>
          <p:spPr>
            <a:xfrm>
              <a:off x="5302212" y="357411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7" name="Freeform: Shape 2172">
              <a:extLst>
                <a:ext uri="{FF2B5EF4-FFF2-40B4-BE49-F238E27FC236}">
                  <a16:creationId xmlns:a16="http://schemas.microsoft.com/office/drawing/2014/main" id="{09FE80BA-C65E-19A1-99EB-52BECD8BEEB0}"/>
                </a:ext>
              </a:extLst>
            </p:cNvPr>
            <p:cNvSpPr/>
            <p:nvPr/>
          </p:nvSpPr>
          <p:spPr>
            <a:xfrm>
              <a:off x="4758702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9"/>
                <a:gd name="f8" fmla="val 7051"/>
                <a:gd name="f9" fmla="val 10956"/>
                <a:gd name="f10" fmla="val 10954"/>
                <a:gd name="f11" fmla="val 7049"/>
                <a:gd name="f12" fmla="val 3143"/>
                <a:gd name="f13" fmla="val 3145"/>
                <a:gd name="f14" fmla="val 2"/>
                <a:gd name="f15" fmla="val -93"/>
                <a:gd name="f16" fmla="+- 0 0 -90"/>
                <a:gd name="f17" fmla="*/ f3 1 14097"/>
                <a:gd name="f18" fmla="*/ f4 1 14099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097"/>
                <a:gd name="f27" fmla="*/ f23 1 14099"/>
                <a:gd name="f28" fmla="*/ 14097 f24 1"/>
                <a:gd name="f29" fmla="*/ 7051 f23 1"/>
                <a:gd name="f30" fmla="*/ 7049 f24 1"/>
                <a:gd name="f31" fmla="*/ 14099 f23 1"/>
                <a:gd name="f32" fmla="*/ 0 f24 1"/>
                <a:gd name="f33" fmla="*/ 2 f23 1"/>
                <a:gd name="f34" fmla="+- f25 0 f1"/>
                <a:gd name="f35" fmla="*/ f28 1 14097"/>
                <a:gd name="f36" fmla="*/ f29 1 14099"/>
                <a:gd name="f37" fmla="*/ f30 1 14097"/>
                <a:gd name="f38" fmla="*/ f31 1 14099"/>
                <a:gd name="f39" fmla="*/ f32 1 14097"/>
                <a:gd name="f40" fmla="*/ f33 1 14099"/>
                <a:gd name="f41" fmla="*/ f19 1 f26"/>
                <a:gd name="f42" fmla="*/ f20 1 f26"/>
                <a:gd name="f43" fmla="*/ f19 1 f27"/>
                <a:gd name="f44" fmla="*/ f21 1 f27"/>
                <a:gd name="f45" fmla="*/ f35 1 f26"/>
                <a:gd name="f46" fmla="*/ f36 1 f27"/>
                <a:gd name="f47" fmla="*/ f37 1 f26"/>
                <a:gd name="f48" fmla="*/ f38 1 f27"/>
                <a:gd name="f49" fmla="*/ f39 1 f26"/>
                <a:gd name="f50" fmla="*/ f40 1 f27"/>
                <a:gd name="f51" fmla="*/ f41 f17 1"/>
                <a:gd name="f52" fmla="*/ f42 f17 1"/>
                <a:gd name="f53" fmla="*/ f44 f18 1"/>
                <a:gd name="f54" fmla="*/ f43 f18 1"/>
                <a:gd name="f55" fmla="*/ f45 f17 1"/>
                <a:gd name="f56" fmla="*/ f46 f18 1"/>
                <a:gd name="f57" fmla="*/ f47 f17 1"/>
                <a:gd name="f58" fmla="*/ f48 f18 1"/>
                <a:gd name="f59" fmla="*/ f49 f17 1"/>
                <a:gd name="f60" fmla="*/ f50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5" y="f56"/>
                </a:cxn>
                <a:cxn ang="f34">
                  <a:pos x="f57" y="f58"/>
                </a:cxn>
                <a:cxn ang="f34">
                  <a:pos x="f59" y="f56"/>
                </a:cxn>
                <a:cxn ang="f34">
                  <a:pos x="f57" y="f60"/>
                </a:cxn>
                <a:cxn ang="f34">
                  <a:pos x="f55" y="f56"/>
                </a:cxn>
              </a:cxnLst>
              <a:rect l="f51" t="f54" r="f52" b="f53"/>
              <a:pathLst>
                <a:path w="14097" h="14099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2" y="f14"/>
                    <a:pt x="f11" y="f14"/>
                  </a:cubicBezTo>
                  <a:cubicBezTo>
                    <a:pt x="f10" y="f1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8" name="Freeform: Shape 2173">
              <a:extLst>
                <a:ext uri="{FF2B5EF4-FFF2-40B4-BE49-F238E27FC236}">
                  <a16:creationId xmlns:a16="http://schemas.microsoft.com/office/drawing/2014/main" id="{43D7036A-BC49-EC37-A72E-8D5A12281DC3}"/>
                </a:ext>
              </a:extLst>
            </p:cNvPr>
            <p:cNvSpPr/>
            <p:nvPr/>
          </p:nvSpPr>
          <p:spPr>
            <a:xfrm>
              <a:off x="4867332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99" name="Freeform: Shape 2174">
              <a:extLst>
                <a:ext uri="{FF2B5EF4-FFF2-40B4-BE49-F238E27FC236}">
                  <a16:creationId xmlns:a16="http://schemas.microsoft.com/office/drawing/2014/main" id="{78ADC9C7-AA41-4406-EF2E-FD446798C943}"/>
                </a:ext>
              </a:extLst>
            </p:cNvPr>
            <p:cNvSpPr/>
            <p:nvPr/>
          </p:nvSpPr>
          <p:spPr>
            <a:xfrm>
              <a:off x="4976137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9"/>
                <a:gd name="f13" fmla="val 3143"/>
                <a:gd name="f14" fmla="val 3145"/>
                <a:gd name="f15" fmla="val 2"/>
                <a:gd name="f16" fmla="val 10859"/>
                <a:gd name="f17" fmla="val -93"/>
                <a:gd name="f18" fmla="+- 0 0 -90"/>
                <a:gd name="f19" fmla="*/ f3 1 14096"/>
                <a:gd name="f20" fmla="*/ f4 1 14099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14096"/>
                <a:gd name="f29" fmla="*/ f25 1 14099"/>
                <a:gd name="f30" fmla="*/ 14097 f26 1"/>
                <a:gd name="f31" fmla="*/ 7051 f25 1"/>
                <a:gd name="f32" fmla="*/ 7049 f26 1"/>
                <a:gd name="f33" fmla="*/ 14099 f25 1"/>
                <a:gd name="f34" fmla="*/ 0 f26 1"/>
                <a:gd name="f35" fmla="*/ 2 f25 1"/>
                <a:gd name="f36" fmla="+- f27 0 f1"/>
                <a:gd name="f37" fmla="*/ f30 1 14096"/>
                <a:gd name="f38" fmla="*/ f31 1 14099"/>
                <a:gd name="f39" fmla="*/ f32 1 14096"/>
                <a:gd name="f40" fmla="*/ f33 1 14099"/>
                <a:gd name="f41" fmla="*/ f34 1 14096"/>
                <a:gd name="f42" fmla="*/ f35 1 14099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58"/>
                </a:cxn>
                <a:cxn ang="f36">
                  <a:pos x="f59" y="f62"/>
                </a:cxn>
                <a:cxn ang="f36">
                  <a:pos x="f57" y="f58"/>
                </a:cxn>
              </a:cxnLst>
              <a:rect l="f53" t="f56" r="f54" b="f55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6" y="f17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0" name="Freeform: Shape 2175">
              <a:extLst>
                <a:ext uri="{FF2B5EF4-FFF2-40B4-BE49-F238E27FC236}">
                  <a16:creationId xmlns:a16="http://schemas.microsoft.com/office/drawing/2014/main" id="{50906925-7DF3-4F77-0D5A-CD7621C3745F}"/>
                </a:ext>
              </a:extLst>
            </p:cNvPr>
            <p:cNvSpPr/>
            <p:nvPr/>
          </p:nvSpPr>
          <p:spPr>
            <a:xfrm>
              <a:off x="5084768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1" name="Freeform: Shape 2176">
              <a:extLst>
                <a:ext uri="{FF2B5EF4-FFF2-40B4-BE49-F238E27FC236}">
                  <a16:creationId xmlns:a16="http://schemas.microsoft.com/office/drawing/2014/main" id="{DBEE2641-E68B-CFF3-08D5-5325CB5A7823}"/>
                </a:ext>
              </a:extLst>
            </p:cNvPr>
            <p:cNvSpPr/>
            <p:nvPr/>
          </p:nvSpPr>
          <p:spPr>
            <a:xfrm>
              <a:off x="5193572" y="3682910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10858"/>
                <a:gd name="f17" fmla="val -93"/>
                <a:gd name="f18" fmla="+- 0 0 -90"/>
                <a:gd name="f19" fmla="*/ f3 1 14096"/>
                <a:gd name="f20" fmla="*/ f4 1 14099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14096"/>
                <a:gd name="f29" fmla="*/ f25 1 14099"/>
                <a:gd name="f30" fmla="*/ 14097 f26 1"/>
                <a:gd name="f31" fmla="*/ 7051 f25 1"/>
                <a:gd name="f32" fmla="*/ 7048 f26 1"/>
                <a:gd name="f33" fmla="*/ 14099 f25 1"/>
                <a:gd name="f34" fmla="*/ 0 f26 1"/>
                <a:gd name="f35" fmla="*/ 2 f25 1"/>
                <a:gd name="f36" fmla="+- f27 0 f1"/>
                <a:gd name="f37" fmla="*/ f30 1 14096"/>
                <a:gd name="f38" fmla="*/ f31 1 14099"/>
                <a:gd name="f39" fmla="*/ f32 1 14096"/>
                <a:gd name="f40" fmla="*/ f33 1 14099"/>
                <a:gd name="f41" fmla="*/ f34 1 14096"/>
                <a:gd name="f42" fmla="*/ f35 1 14099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58"/>
                </a:cxn>
                <a:cxn ang="f36">
                  <a:pos x="f59" y="f62"/>
                </a:cxn>
                <a:cxn ang="f36">
                  <a:pos x="f57" y="f58"/>
                </a:cxn>
              </a:cxnLst>
              <a:rect l="f53" t="f56" r="f54" b="f55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6" y="f17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2" name="Freeform: Shape 2177">
              <a:extLst>
                <a:ext uri="{FF2B5EF4-FFF2-40B4-BE49-F238E27FC236}">
                  <a16:creationId xmlns:a16="http://schemas.microsoft.com/office/drawing/2014/main" id="{A6CE9E05-3660-B68A-3FCD-EDA6607C3051}"/>
                </a:ext>
              </a:extLst>
            </p:cNvPr>
            <p:cNvSpPr/>
            <p:nvPr/>
          </p:nvSpPr>
          <p:spPr>
            <a:xfrm>
              <a:off x="5302212" y="368291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7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6"/>
                <a:gd name="f22" fmla="*/ f18 1 14097"/>
                <a:gd name="f23" fmla="*/ 14097 f19 1"/>
                <a:gd name="f24" fmla="*/ 7048 f18 1"/>
                <a:gd name="f25" fmla="*/ 7048 f19 1"/>
                <a:gd name="f26" fmla="*/ 14097 f18 1"/>
                <a:gd name="f27" fmla="*/ 0 f19 1"/>
                <a:gd name="f28" fmla="*/ 0 f18 1"/>
                <a:gd name="f29" fmla="+- f20 0 f1"/>
                <a:gd name="f30" fmla="*/ f23 1 14096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3" name="Freeform: Shape 2178">
              <a:extLst>
                <a:ext uri="{FF2B5EF4-FFF2-40B4-BE49-F238E27FC236}">
                  <a16:creationId xmlns:a16="http://schemas.microsoft.com/office/drawing/2014/main" id="{05988E40-EF81-E40A-9686-3041D4102213}"/>
                </a:ext>
              </a:extLst>
            </p:cNvPr>
            <p:cNvSpPr/>
            <p:nvPr/>
          </p:nvSpPr>
          <p:spPr>
            <a:xfrm>
              <a:off x="4758702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4" name="Freeform: Shape 2179">
              <a:extLst>
                <a:ext uri="{FF2B5EF4-FFF2-40B4-BE49-F238E27FC236}">
                  <a16:creationId xmlns:a16="http://schemas.microsoft.com/office/drawing/2014/main" id="{3697847E-2EC2-1E91-087B-FF4A1C81DCAC}"/>
                </a:ext>
              </a:extLst>
            </p:cNvPr>
            <p:cNvSpPr/>
            <p:nvPr/>
          </p:nvSpPr>
          <p:spPr>
            <a:xfrm>
              <a:off x="4867332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5" name="Freeform: Shape 2180">
              <a:extLst>
                <a:ext uri="{FF2B5EF4-FFF2-40B4-BE49-F238E27FC236}">
                  <a16:creationId xmlns:a16="http://schemas.microsoft.com/office/drawing/2014/main" id="{C2997F33-EBA5-8643-8891-040F4534BA27}"/>
                </a:ext>
              </a:extLst>
            </p:cNvPr>
            <p:cNvSpPr/>
            <p:nvPr/>
          </p:nvSpPr>
          <p:spPr>
            <a:xfrm>
              <a:off x="4976137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7049"/>
                <a:gd name="f11" fmla="val 3143"/>
                <a:gd name="f12" fmla="val 10859"/>
                <a:gd name="f13" fmla="+- 0 0 -90"/>
                <a:gd name="f14" fmla="*/ f3 1 14096"/>
                <a:gd name="f15" fmla="*/ f4 1 14096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14096"/>
                <a:gd name="f22" fmla="*/ 14097 f19 1"/>
                <a:gd name="f23" fmla="*/ 7048 f19 1"/>
                <a:gd name="f24" fmla="*/ 7049 f19 1"/>
                <a:gd name="f25" fmla="*/ 0 f19 1"/>
                <a:gd name="f26" fmla="+- f20 0 f1"/>
                <a:gd name="f27" fmla="*/ f22 1 14096"/>
                <a:gd name="f28" fmla="*/ f23 1 14096"/>
                <a:gd name="f29" fmla="*/ f24 1 14096"/>
                <a:gd name="f30" fmla="*/ f25 1 14096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3 f15 1"/>
                <a:gd name="f45" fmla="*/ f36 f14 1"/>
                <a:gd name="f46" fmla="*/ f3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2"/>
                </a:cxn>
                <a:cxn ang="f26">
                  <a:pos x="f43" y="f46"/>
                </a:cxn>
                <a:cxn ang="f26">
                  <a:pos x="f41" y="f42"/>
                </a:cxn>
              </a:cxnLst>
              <a:rect l="f37" t="f40" r="f38" b="f39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12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6" name="Freeform: Shape 2181">
              <a:extLst>
                <a:ext uri="{FF2B5EF4-FFF2-40B4-BE49-F238E27FC236}">
                  <a16:creationId xmlns:a16="http://schemas.microsoft.com/office/drawing/2014/main" id="{56342362-20FB-0494-E020-9DECA5238F90}"/>
                </a:ext>
              </a:extLst>
            </p:cNvPr>
            <p:cNvSpPr/>
            <p:nvPr/>
          </p:nvSpPr>
          <p:spPr>
            <a:xfrm>
              <a:off x="5084768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7" name="Freeform: Shape 2182">
              <a:extLst>
                <a:ext uri="{FF2B5EF4-FFF2-40B4-BE49-F238E27FC236}">
                  <a16:creationId xmlns:a16="http://schemas.microsoft.com/office/drawing/2014/main" id="{A86DC6F2-AA66-5D81-F38E-3192994DD0C3}"/>
                </a:ext>
              </a:extLst>
            </p:cNvPr>
            <p:cNvSpPr/>
            <p:nvPr/>
          </p:nvSpPr>
          <p:spPr>
            <a:xfrm>
              <a:off x="5193572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val 10858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8 f18 1"/>
                <a:gd name="f23" fmla="*/ 0 f18 1"/>
                <a:gd name="f24" fmla="+- f19 0 f1"/>
                <a:gd name="f25" fmla="*/ f21 1 14096"/>
                <a:gd name="f26" fmla="*/ f22 1 14096"/>
                <a:gd name="f27" fmla="*/ f23 1 14096"/>
                <a:gd name="f28" fmla="*/ f15 1 f20"/>
                <a:gd name="f29" fmla="*/ f16 1 f20"/>
                <a:gd name="f30" fmla="*/ f25 1 f20"/>
                <a:gd name="f31" fmla="*/ f26 1 f20"/>
                <a:gd name="f32" fmla="*/ f27 1 f20"/>
                <a:gd name="f33" fmla="*/ f28 f13 1"/>
                <a:gd name="f34" fmla="*/ f29 f13 1"/>
                <a:gd name="f35" fmla="*/ f29 f14 1"/>
                <a:gd name="f36" fmla="*/ f28 f14 1"/>
                <a:gd name="f37" fmla="*/ f30 f13 1"/>
                <a:gd name="f38" fmla="*/ f31 f14 1"/>
                <a:gd name="f39" fmla="*/ f31 f13 1"/>
                <a:gd name="f40" fmla="*/ f30 f14 1"/>
                <a:gd name="f41" fmla="*/ f32 f13 1"/>
                <a:gd name="f42" fmla="*/ f3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7" y="f38"/>
                </a:cxn>
                <a:cxn ang="f24">
                  <a:pos x="f39" y="f40"/>
                </a:cxn>
                <a:cxn ang="f24">
                  <a:pos x="f41" y="f38"/>
                </a:cxn>
                <a:cxn ang="f24">
                  <a:pos x="f39" y="f42"/>
                </a:cxn>
                <a:cxn ang="f24">
                  <a:pos x="f37" y="f38"/>
                </a:cxn>
              </a:cxnLst>
              <a:rect l="f33" t="f36" r="f34" b="f35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11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8" name="Freeform: Shape 2183">
              <a:extLst>
                <a:ext uri="{FF2B5EF4-FFF2-40B4-BE49-F238E27FC236}">
                  <a16:creationId xmlns:a16="http://schemas.microsoft.com/office/drawing/2014/main" id="{F544D96E-4171-4CED-30CD-553C35F5F58D}"/>
                </a:ext>
              </a:extLst>
            </p:cNvPr>
            <p:cNvSpPr/>
            <p:nvPr/>
          </p:nvSpPr>
          <p:spPr>
            <a:xfrm>
              <a:off x="5302212" y="379155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09" name="Freeform: Shape 2184">
              <a:extLst>
                <a:ext uri="{FF2B5EF4-FFF2-40B4-BE49-F238E27FC236}">
                  <a16:creationId xmlns:a16="http://schemas.microsoft.com/office/drawing/2014/main" id="{98C470F6-B73A-2D02-69E8-C88D7B726BC3}"/>
                </a:ext>
              </a:extLst>
            </p:cNvPr>
            <p:cNvSpPr/>
            <p:nvPr/>
          </p:nvSpPr>
          <p:spPr>
            <a:xfrm>
              <a:off x="3997583" y="3900172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9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048"/>
                <a:gd name="f15" fmla="val 3143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9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10"/>
                    <a:pt x="f5" y="f8"/>
                  </a:cubicBezTo>
                  <a:cubicBezTo>
                    <a:pt x="f5" y="f14"/>
                    <a:pt x="f15" y="f5"/>
                    <a:pt x="f8" y="f5"/>
                  </a:cubicBezTo>
                  <a:cubicBezTo>
                    <a:pt x="f9" y="f5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0" name="Freeform: Shape 2185">
              <a:extLst>
                <a:ext uri="{FF2B5EF4-FFF2-40B4-BE49-F238E27FC236}">
                  <a16:creationId xmlns:a16="http://schemas.microsoft.com/office/drawing/2014/main" id="{F19DC33C-5B44-01C7-ECF5-2FB33ACE42A9}"/>
                </a:ext>
              </a:extLst>
            </p:cNvPr>
            <p:cNvSpPr/>
            <p:nvPr/>
          </p:nvSpPr>
          <p:spPr>
            <a:xfrm>
              <a:off x="4106387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9"/>
                <a:gd name="f8" fmla="val 10941"/>
                <a:gd name="f9" fmla="val 3156"/>
                <a:gd name="f10" fmla="+- 0 0 -90"/>
                <a:gd name="f11" fmla="*/ f3 1 14097"/>
                <a:gd name="f12" fmla="*/ f4 1 14097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14097"/>
                <a:gd name="f19" fmla="*/ 14097 f16 1"/>
                <a:gd name="f20" fmla="*/ 7049 f16 1"/>
                <a:gd name="f21" fmla="*/ 0 f16 1"/>
                <a:gd name="f22" fmla="+- f17 0 f1"/>
                <a:gd name="f23" fmla="*/ f19 1 14097"/>
                <a:gd name="f24" fmla="*/ f20 1 14097"/>
                <a:gd name="f25" fmla="*/ f21 1 14097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9" y="f5"/>
                    <a:pt x="f7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1" name="Freeform: Shape 2186">
              <a:extLst>
                <a:ext uri="{FF2B5EF4-FFF2-40B4-BE49-F238E27FC236}">
                  <a16:creationId xmlns:a16="http://schemas.microsoft.com/office/drawing/2014/main" id="{037CDF09-4F37-A540-2B4A-852B6410045B}"/>
                </a:ext>
              </a:extLst>
            </p:cNvPr>
            <p:cNvSpPr/>
            <p:nvPr/>
          </p:nvSpPr>
          <p:spPr>
            <a:xfrm>
              <a:off x="4215027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9 f18 1"/>
                <a:gd name="f23" fmla="*/ 7048 f18 1"/>
                <a:gd name="f24" fmla="*/ 0 f18 1"/>
                <a:gd name="f25" fmla="+- f19 0 f1"/>
                <a:gd name="f26" fmla="*/ f21 1 14096"/>
                <a:gd name="f27" fmla="*/ f22 1 14096"/>
                <a:gd name="f28" fmla="*/ f23 1 14096"/>
                <a:gd name="f29" fmla="*/ f24 1 14096"/>
                <a:gd name="f30" fmla="*/ f15 1 f20"/>
                <a:gd name="f31" fmla="*/ f16 1 f20"/>
                <a:gd name="f32" fmla="*/ f26 1 f20"/>
                <a:gd name="f33" fmla="*/ f27 1 f20"/>
                <a:gd name="f34" fmla="*/ f28 1 f20"/>
                <a:gd name="f35" fmla="*/ f29 1 f20"/>
                <a:gd name="f36" fmla="*/ f30 f13 1"/>
                <a:gd name="f37" fmla="*/ f31 f13 1"/>
                <a:gd name="f38" fmla="*/ f31 f14 1"/>
                <a:gd name="f39" fmla="*/ f30 f14 1"/>
                <a:gd name="f40" fmla="*/ f32 f13 1"/>
                <a:gd name="f41" fmla="*/ f33 f14 1"/>
                <a:gd name="f42" fmla="*/ f34 f13 1"/>
                <a:gd name="f43" fmla="*/ f32 f14 1"/>
                <a:gd name="f44" fmla="*/ f35 f13 1"/>
                <a:gd name="f45" fmla="*/ f35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40" y="f41"/>
                </a:cxn>
                <a:cxn ang="f25">
                  <a:pos x="f42" y="f43"/>
                </a:cxn>
                <a:cxn ang="f25">
                  <a:pos x="f44" y="f41"/>
                </a:cxn>
                <a:cxn ang="f25">
                  <a:pos x="f42" y="f45"/>
                </a:cxn>
                <a:cxn ang="f25">
                  <a:pos x="f40" y="f41"/>
                </a:cxn>
              </a:cxnLst>
              <a:rect l="f36" t="f39" r="f37" b="f38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2" name="Freeform: Shape 2187">
              <a:extLst>
                <a:ext uri="{FF2B5EF4-FFF2-40B4-BE49-F238E27FC236}">
                  <a16:creationId xmlns:a16="http://schemas.microsoft.com/office/drawing/2014/main" id="{FD1B72DC-B713-8A5E-B898-16F8276990D9}"/>
                </a:ext>
              </a:extLst>
            </p:cNvPr>
            <p:cNvSpPr/>
            <p:nvPr/>
          </p:nvSpPr>
          <p:spPr>
            <a:xfrm>
              <a:off x="4323831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9 f18 1"/>
                <a:gd name="f23" fmla="*/ 7048 f18 1"/>
                <a:gd name="f24" fmla="*/ 0 f18 1"/>
                <a:gd name="f25" fmla="+- f19 0 f1"/>
                <a:gd name="f26" fmla="*/ f21 1 14096"/>
                <a:gd name="f27" fmla="*/ f22 1 14096"/>
                <a:gd name="f28" fmla="*/ f23 1 14096"/>
                <a:gd name="f29" fmla="*/ f24 1 14096"/>
                <a:gd name="f30" fmla="*/ f15 1 f20"/>
                <a:gd name="f31" fmla="*/ f16 1 f20"/>
                <a:gd name="f32" fmla="*/ f26 1 f20"/>
                <a:gd name="f33" fmla="*/ f27 1 f20"/>
                <a:gd name="f34" fmla="*/ f28 1 f20"/>
                <a:gd name="f35" fmla="*/ f29 1 f20"/>
                <a:gd name="f36" fmla="*/ f30 f13 1"/>
                <a:gd name="f37" fmla="*/ f31 f13 1"/>
                <a:gd name="f38" fmla="*/ f31 f14 1"/>
                <a:gd name="f39" fmla="*/ f30 f14 1"/>
                <a:gd name="f40" fmla="*/ f32 f13 1"/>
                <a:gd name="f41" fmla="*/ f33 f14 1"/>
                <a:gd name="f42" fmla="*/ f34 f13 1"/>
                <a:gd name="f43" fmla="*/ f32 f14 1"/>
                <a:gd name="f44" fmla="*/ f35 f13 1"/>
                <a:gd name="f45" fmla="*/ f35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40" y="f41"/>
                </a:cxn>
                <a:cxn ang="f25">
                  <a:pos x="f42" y="f43"/>
                </a:cxn>
                <a:cxn ang="f25">
                  <a:pos x="f44" y="f41"/>
                </a:cxn>
                <a:cxn ang="f25">
                  <a:pos x="f42" y="f45"/>
                </a:cxn>
                <a:cxn ang="f25">
                  <a:pos x="f40" y="f41"/>
                </a:cxn>
              </a:cxnLst>
              <a:rect l="f36" t="f39" r="f37" b="f38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3" name="Freeform: Shape 2188">
              <a:extLst>
                <a:ext uri="{FF2B5EF4-FFF2-40B4-BE49-F238E27FC236}">
                  <a16:creationId xmlns:a16="http://schemas.microsoft.com/office/drawing/2014/main" id="{4F28575C-8436-3AE3-1816-40F5F653AE58}"/>
                </a:ext>
              </a:extLst>
            </p:cNvPr>
            <p:cNvSpPr/>
            <p:nvPr/>
          </p:nvSpPr>
          <p:spPr>
            <a:xfrm>
              <a:off x="4432462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9 f18 1"/>
                <a:gd name="f23" fmla="*/ 7048 f18 1"/>
                <a:gd name="f24" fmla="*/ 0 f18 1"/>
                <a:gd name="f25" fmla="+- f19 0 f1"/>
                <a:gd name="f26" fmla="*/ f21 1 14096"/>
                <a:gd name="f27" fmla="*/ f22 1 14096"/>
                <a:gd name="f28" fmla="*/ f23 1 14096"/>
                <a:gd name="f29" fmla="*/ f24 1 14096"/>
                <a:gd name="f30" fmla="*/ f15 1 f20"/>
                <a:gd name="f31" fmla="*/ f16 1 f20"/>
                <a:gd name="f32" fmla="*/ f26 1 f20"/>
                <a:gd name="f33" fmla="*/ f27 1 f20"/>
                <a:gd name="f34" fmla="*/ f28 1 f20"/>
                <a:gd name="f35" fmla="*/ f29 1 f20"/>
                <a:gd name="f36" fmla="*/ f30 f13 1"/>
                <a:gd name="f37" fmla="*/ f31 f13 1"/>
                <a:gd name="f38" fmla="*/ f31 f14 1"/>
                <a:gd name="f39" fmla="*/ f30 f14 1"/>
                <a:gd name="f40" fmla="*/ f32 f13 1"/>
                <a:gd name="f41" fmla="*/ f33 f14 1"/>
                <a:gd name="f42" fmla="*/ f34 f13 1"/>
                <a:gd name="f43" fmla="*/ f32 f14 1"/>
                <a:gd name="f44" fmla="*/ f35 f13 1"/>
                <a:gd name="f45" fmla="*/ f35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40" y="f41"/>
                </a:cxn>
                <a:cxn ang="f25">
                  <a:pos x="f42" y="f43"/>
                </a:cxn>
                <a:cxn ang="f25">
                  <a:pos x="f44" y="f41"/>
                </a:cxn>
                <a:cxn ang="f25">
                  <a:pos x="f42" y="f45"/>
                </a:cxn>
                <a:cxn ang="f25">
                  <a:pos x="f40" y="f41"/>
                </a:cxn>
              </a:cxnLst>
              <a:rect l="f36" t="f39" r="f37" b="f38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4" name="Freeform: Shape 2189">
              <a:extLst>
                <a:ext uri="{FF2B5EF4-FFF2-40B4-BE49-F238E27FC236}">
                  <a16:creationId xmlns:a16="http://schemas.microsoft.com/office/drawing/2014/main" id="{3C64E680-1E2B-70FD-3DC0-A79EF6EA1768}"/>
                </a:ext>
              </a:extLst>
            </p:cNvPr>
            <p:cNvSpPr/>
            <p:nvPr/>
          </p:nvSpPr>
          <p:spPr>
            <a:xfrm>
              <a:off x="4541267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9"/>
                <a:gd name="f8" fmla="val 10941"/>
                <a:gd name="f9" fmla="val 3156"/>
                <a:gd name="f10" fmla="+- 0 0 -90"/>
                <a:gd name="f11" fmla="*/ f3 1 14097"/>
                <a:gd name="f12" fmla="*/ f4 1 14097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14097"/>
                <a:gd name="f19" fmla="*/ 14097 f16 1"/>
                <a:gd name="f20" fmla="*/ 7049 f16 1"/>
                <a:gd name="f21" fmla="*/ 0 f16 1"/>
                <a:gd name="f22" fmla="+- f17 0 f1"/>
                <a:gd name="f23" fmla="*/ f19 1 14097"/>
                <a:gd name="f24" fmla="*/ f20 1 14097"/>
                <a:gd name="f25" fmla="*/ f21 1 14097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9" y="f5"/>
                    <a:pt x="f7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5" name="Freeform: Shape 2190">
              <a:extLst>
                <a:ext uri="{FF2B5EF4-FFF2-40B4-BE49-F238E27FC236}">
                  <a16:creationId xmlns:a16="http://schemas.microsoft.com/office/drawing/2014/main" id="{3AACD8D7-0248-E4E3-C1CF-516BFF1435A6}"/>
                </a:ext>
              </a:extLst>
            </p:cNvPr>
            <p:cNvSpPr/>
            <p:nvPr/>
          </p:nvSpPr>
          <p:spPr>
            <a:xfrm>
              <a:off x="4649897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9 f18 1"/>
                <a:gd name="f23" fmla="*/ 7048 f18 1"/>
                <a:gd name="f24" fmla="*/ 0 f18 1"/>
                <a:gd name="f25" fmla="+- f19 0 f1"/>
                <a:gd name="f26" fmla="*/ f21 1 14096"/>
                <a:gd name="f27" fmla="*/ f22 1 14096"/>
                <a:gd name="f28" fmla="*/ f23 1 14096"/>
                <a:gd name="f29" fmla="*/ f24 1 14096"/>
                <a:gd name="f30" fmla="*/ f15 1 f20"/>
                <a:gd name="f31" fmla="*/ f16 1 f20"/>
                <a:gd name="f32" fmla="*/ f26 1 f20"/>
                <a:gd name="f33" fmla="*/ f27 1 f20"/>
                <a:gd name="f34" fmla="*/ f28 1 f20"/>
                <a:gd name="f35" fmla="*/ f29 1 f20"/>
                <a:gd name="f36" fmla="*/ f30 f13 1"/>
                <a:gd name="f37" fmla="*/ f31 f13 1"/>
                <a:gd name="f38" fmla="*/ f31 f14 1"/>
                <a:gd name="f39" fmla="*/ f30 f14 1"/>
                <a:gd name="f40" fmla="*/ f32 f13 1"/>
                <a:gd name="f41" fmla="*/ f33 f14 1"/>
                <a:gd name="f42" fmla="*/ f34 f13 1"/>
                <a:gd name="f43" fmla="*/ f32 f14 1"/>
                <a:gd name="f44" fmla="*/ f35 f13 1"/>
                <a:gd name="f45" fmla="*/ f35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40" y="f41"/>
                </a:cxn>
                <a:cxn ang="f25">
                  <a:pos x="f42" y="f43"/>
                </a:cxn>
                <a:cxn ang="f25">
                  <a:pos x="f44" y="f41"/>
                </a:cxn>
                <a:cxn ang="f25">
                  <a:pos x="f42" y="f45"/>
                </a:cxn>
                <a:cxn ang="f25">
                  <a:pos x="f40" y="f41"/>
                </a:cxn>
              </a:cxnLst>
              <a:rect l="f36" t="f39" r="f37" b="f38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6" name="Freeform: Shape 2191">
              <a:extLst>
                <a:ext uri="{FF2B5EF4-FFF2-40B4-BE49-F238E27FC236}">
                  <a16:creationId xmlns:a16="http://schemas.microsoft.com/office/drawing/2014/main" id="{01A3DDA5-191C-9D43-CCE9-DA53B86555D9}"/>
                </a:ext>
              </a:extLst>
            </p:cNvPr>
            <p:cNvSpPr/>
            <p:nvPr/>
          </p:nvSpPr>
          <p:spPr>
            <a:xfrm>
              <a:off x="3997583" y="4008985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7" name="Freeform: Shape 2192">
              <a:extLst>
                <a:ext uri="{FF2B5EF4-FFF2-40B4-BE49-F238E27FC236}">
                  <a16:creationId xmlns:a16="http://schemas.microsoft.com/office/drawing/2014/main" id="{296AA43A-C802-312B-778E-A72ED7E329E8}"/>
                </a:ext>
              </a:extLst>
            </p:cNvPr>
            <p:cNvSpPr/>
            <p:nvPr/>
          </p:nvSpPr>
          <p:spPr>
            <a:xfrm>
              <a:off x="4106387" y="400898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8"/>
                <a:gd name="f8" fmla="val 10941"/>
                <a:gd name="f9" fmla="val 7049"/>
                <a:gd name="f10" fmla="val 3156"/>
                <a:gd name="f11" fmla="+- 0 0 -90"/>
                <a:gd name="f12" fmla="*/ f3 1 14097"/>
                <a:gd name="f13" fmla="*/ f4 1 1409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7"/>
                <a:gd name="f20" fmla="*/ 14097 f17 1"/>
                <a:gd name="f21" fmla="*/ 7048 f17 1"/>
                <a:gd name="f22" fmla="*/ 7049 f17 1"/>
                <a:gd name="f23" fmla="*/ 0 f17 1"/>
                <a:gd name="f24" fmla="+- f18 0 f1"/>
                <a:gd name="f25" fmla="*/ f20 1 14097"/>
                <a:gd name="f26" fmla="*/ f21 1 14097"/>
                <a:gd name="f27" fmla="*/ f22 1 14097"/>
                <a:gd name="f28" fmla="*/ f23 1 14097"/>
                <a:gd name="f29" fmla="*/ f14 1 f19"/>
                <a:gd name="f30" fmla="*/ f15 1 f19"/>
                <a:gd name="f31" fmla="*/ f25 1 f19"/>
                <a:gd name="f32" fmla="*/ f26 1 f19"/>
                <a:gd name="f33" fmla="*/ f27 1 f19"/>
                <a:gd name="f34" fmla="*/ f28 1 f19"/>
                <a:gd name="f35" fmla="*/ f29 f12 1"/>
                <a:gd name="f36" fmla="*/ f30 f12 1"/>
                <a:gd name="f37" fmla="*/ f30 f13 1"/>
                <a:gd name="f38" fmla="*/ f29 f13 1"/>
                <a:gd name="f39" fmla="*/ f31 f12 1"/>
                <a:gd name="f40" fmla="*/ f32 f13 1"/>
                <a:gd name="f41" fmla="*/ f33 f12 1"/>
                <a:gd name="f42" fmla="*/ f31 f13 1"/>
                <a:gd name="f43" fmla="*/ f34 f12 1"/>
                <a:gd name="f44" fmla="*/ f34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9" y="f40"/>
                </a:cxn>
                <a:cxn ang="f24">
                  <a:pos x="f41" y="f42"/>
                </a:cxn>
                <a:cxn ang="f24">
                  <a:pos x="f43" y="f40"/>
                </a:cxn>
                <a:cxn ang="f24">
                  <a:pos x="f41" y="f44"/>
                </a:cxn>
                <a:cxn ang="f24">
                  <a:pos x="f39" y="f40"/>
                </a:cxn>
              </a:cxnLst>
              <a:rect l="f35" t="f38" r="f36" b="f37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9" y="f6"/>
                  </a:cubicBezTo>
                  <a:cubicBezTo>
                    <a:pt x="f10" y="f6"/>
                    <a:pt x="f5" y="f8"/>
                    <a:pt x="f5" y="f7"/>
                  </a:cubicBezTo>
                  <a:cubicBezTo>
                    <a:pt x="f5" y="f10"/>
                    <a:pt x="f10" y="f5"/>
                    <a:pt x="f9" y="f5"/>
                  </a:cubicBezTo>
                  <a:cubicBezTo>
                    <a:pt x="f8" y="f5"/>
                    <a:pt x="f6" y="f10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8" name="Freeform: Shape 2193">
              <a:extLst>
                <a:ext uri="{FF2B5EF4-FFF2-40B4-BE49-F238E27FC236}">
                  <a16:creationId xmlns:a16="http://schemas.microsoft.com/office/drawing/2014/main" id="{A7475203-299A-D151-B9B9-5615721A1B68}"/>
                </a:ext>
              </a:extLst>
            </p:cNvPr>
            <p:cNvSpPr/>
            <p:nvPr/>
          </p:nvSpPr>
          <p:spPr>
            <a:xfrm>
              <a:off x="4215027" y="400898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19" name="Freeform: Shape 2194">
              <a:extLst>
                <a:ext uri="{FF2B5EF4-FFF2-40B4-BE49-F238E27FC236}">
                  <a16:creationId xmlns:a16="http://schemas.microsoft.com/office/drawing/2014/main" id="{BBCDF726-DDCC-0C63-995B-026A79985E97}"/>
                </a:ext>
              </a:extLst>
            </p:cNvPr>
            <p:cNvSpPr/>
            <p:nvPr/>
          </p:nvSpPr>
          <p:spPr>
            <a:xfrm>
              <a:off x="4323831" y="400898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0" name="Freeform: Shape 2195">
              <a:extLst>
                <a:ext uri="{FF2B5EF4-FFF2-40B4-BE49-F238E27FC236}">
                  <a16:creationId xmlns:a16="http://schemas.microsoft.com/office/drawing/2014/main" id="{C7E07D1B-FC69-464B-B466-05708E11ADC9}"/>
                </a:ext>
              </a:extLst>
            </p:cNvPr>
            <p:cNvSpPr/>
            <p:nvPr/>
          </p:nvSpPr>
          <p:spPr>
            <a:xfrm>
              <a:off x="4432462" y="400898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1" name="Freeform: Shape 2196">
              <a:extLst>
                <a:ext uri="{FF2B5EF4-FFF2-40B4-BE49-F238E27FC236}">
                  <a16:creationId xmlns:a16="http://schemas.microsoft.com/office/drawing/2014/main" id="{9197E835-FB57-7BBD-8D1B-213DFF80BE05}"/>
                </a:ext>
              </a:extLst>
            </p:cNvPr>
            <p:cNvSpPr/>
            <p:nvPr/>
          </p:nvSpPr>
          <p:spPr>
            <a:xfrm>
              <a:off x="4541267" y="400898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7048"/>
                <a:gd name="f8" fmla="val 10941"/>
                <a:gd name="f9" fmla="val 7049"/>
                <a:gd name="f10" fmla="val 3156"/>
                <a:gd name="f11" fmla="+- 0 0 -90"/>
                <a:gd name="f12" fmla="*/ f3 1 14097"/>
                <a:gd name="f13" fmla="*/ f4 1 14097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7"/>
                <a:gd name="f20" fmla="*/ 14097 f17 1"/>
                <a:gd name="f21" fmla="*/ 7048 f17 1"/>
                <a:gd name="f22" fmla="*/ 7049 f17 1"/>
                <a:gd name="f23" fmla="*/ 0 f17 1"/>
                <a:gd name="f24" fmla="+- f18 0 f1"/>
                <a:gd name="f25" fmla="*/ f20 1 14097"/>
                <a:gd name="f26" fmla="*/ f21 1 14097"/>
                <a:gd name="f27" fmla="*/ f22 1 14097"/>
                <a:gd name="f28" fmla="*/ f23 1 14097"/>
                <a:gd name="f29" fmla="*/ f14 1 f19"/>
                <a:gd name="f30" fmla="*/ f15 1 f19"/>
                <a:gd name="f31" fmla="*/ f25 1 f19"/>
                <a:gd name="f32" fmla="*/ f26 1 f19"/>
                <a:gd name="f33" fmla="*/ f27 1 f19"/>
                <a:gd name="f34" fmla="*/ f28 1 f19"/>
                <a:gd name="f35" fmla="*/ f29 f12 1"/>
                <a:gd name="f36" fmla="*/ f30 f12 1"/>
                <a:gd name="f37" fmla="*/ f30 f13 1"/>
                <a:gd name="f38" fmla="*/ f29 f13 1"/>
                <a:gd name="f39" fmla="*/ f31 f12 1"/>
                <a:gd name="f40" fmla="*/ f32 f13 1"/>
                <a:gd name="f41" fmla="*/ f33 f12 1"/>
                <a:gd name="f42" fmla="*/ f31 f13 1"/>
                <a:gd name="f43" fmla="*/ f34 f12 1"/>
                <a:gd name="f44" fmla="*/ f34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9" y="f40"/>
                </a:cxn>
                <a:cxn ang="f24">
                  <a:pos x="f41" y="f42"/>
                </a:cxn>
                <a:cxn ang="f24">
                  <a:pos x="f43" y="f40"/>
                </a:cxn>
                <a:cxn ang="f24">
                  <a:pos x="f41" y="f44"/>
                </a:cxn>
                <a:cxn ang="f24">
                  <a:pos x="f39" y="f40"/>
                </a:cxn>
              </a:cxnLst>
              <a:rect l="f35" t="f38" r="f36" b="f37"/>
              <a:pathLst>
                <a:path w="14097" h="14097">
                  <a:moveTo>
                    <a:pt x="f6" y="f7"/>
                  </a:moveTo>
                  <a:cubicBezTo>
                    <a:pt x="f6" y="f8"/>
                    <a:pt x="f8" y="f6"/>
                    <a:pt x="f9" y="f6"/>
                  </a:cubicBezTo>
                  <a:cubicBezTo>
                    <a:pt x="f10" y="f6"/>
                    <a:pt x="f5" y="f8"/>
                    <a:pt x="f5" y="f7"/>
                  </a:cubicBezTo>
                  <a:cubicBezTo>
                    <a:pt x="f5" y="f10"/>
                    <a:pt x="f10" y="f5"/>
                    <a:pt x="f9" y="f5"/>
                  </a:cubicBezTo>
                  <a:cubicBezTo>
                    <a:pt x="f8" y="f5"/>
                    <a:pt x="f6" y="f10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2" name="Freeform: Shape 2197">
              <a:extLst>
                <a:ext uri="{FF2B5EF4-FFF2-40B4-BE49-F238E27FC236}">
                  <a16:creationId xmlns:a16="http://schemas.microsoft.com/office/drawing/2014/main" id="{135E6E42-1D2C-FFF5-D0CF-D2B56C5F8DB1}"/>
                </a:ext>
              </a:extLst>
            </p:cNvPr>
            <p:cNvSpPr/>
            <p:nvPr/>
          </p:nvSpPr>
          <p:spPr>
            <a:xfrm>
              <a:off x="4649897" y="400898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3" name="Freeform: Shape 2198">
              <a:extLst>
                <a:ext uri="{FF2B5EF4-FFF2-40B4-BE49-F238E27FC236}">
                  <a16:creationId xmlns:a16="http://schemas.microsoft.com/office/drawing/2014/main" id="{2448E000-4A35-1EAE-00CC-E49254D8E06E}"/>
                </a:ext>
              </a:extLst>
            </p:cNvPr>
            <p:cNvSpPr/>
            <p:nvPr/>
          </p:nvSpPr>
          <p:spPr>
            <a:xfrm>
              <a:off x="3997583" y="4117607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4" name="Freeform: Shape 2199">
              <a:extLst>
                <a:ext uri="{FF2B5EF4-FFF2-40B4-BE49-F238E27FC236}">
                  <a16:creationId xmlns:a16="http://schemas.microsoft.com/office/drawing/2014/main" id="{E2F46F9B-760C-CB95-B364-B3ED85AC7F44}"/>
                </a:ext>
              </a:extLst>
            </p:cNvPr>
            <p:cNvSpPr/>
            <p:nvPr/>
          </p:nvSpPr>
          <p:spPr>
            <a:xfrm>
              <a:off x="4106387" y="4117607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5" name="Freeform: Shape 2200">
              <a:extLst>
                <a:ext uri="{FF2B5EF4-FFF2-40B4-BE49-F238E27FC236}">
                  <a16:creationId xmlns:a16="http://schemas.microsoft.com/office/drawing/2014/main" id="{CC52913E-DC1A-8DF6-C9A7-1189027BE546}"/>
                </a:ext>
              </a:extLst>
            </p:cNvPr>
            <p:cNvSpPr/>
            <p:nvPr/>
          </p:nvSpPr>
          <p:spPr>
            <a:xfrm>
              <a:off x="4215027" y="4117607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6" name="Freeform: Shape 2201">
              <a:extLst>
                <a:ext uri="{FF2B5EF4-FFF2-40B4-BE49-F238E27FC236}">
                  <a16:creationId xmlns:a16="http://schemas.microsoft.com/office/drawing/2014/main" id="{68E37C94-96B5-6E6C-10E4-6FE06BE8BC99}"/>
                </a:ext>
              </a:extLst>
            </p:cNvPr>
            <p:cNvSpPr/>
            <p:nvPr/>
          </p:nvSpPr>
          <p:spPr>
            <a:xfrm>
              <a:off x="4323831" y="4117607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7" name="Freeform: Shape 2202">
              <a:extLst>
                <a:ext uri="{FF2B5EF4-FFF2-40B4-BE49-F238E27FC236}">
                  <a16:creationId xmlns:a16="http://schemas.microsoft.com/office/drawing/2014/main" id="{87762BD9-FE65-6648-9F04-CF1EA84F63C2}"/>
                </a:ext>
              </a:extLst>
            </p:cNvPr>
            <p:cNvSpPr/>
            <p:nvPr/>
          </p:nvSpPr>
          <p:spPr>
            <a:xfrm>
              <a:off x="4432462" y="4117607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8" name="Freeform: Shape 2203">
              <a:extLst>
                <a:ext uri="{FF2B5EF4-FFF2-40B4-BE49-F238E27FC236}">
                  <a16:creationId xmlns:a16="http://schemas.microsoft.com/office/drawing/2014/main" id="{F48C062E-7FB2-336D-9B74-B3286D975D14}"/>
                </a:ext>
              </a:extLst>
            </p:cNvPr>
            <p:cNvSpPr/>
            <p:nvPr/>
          </p:nvSpPr>
          <p:spPr>
            <a:xfrm>
              <a:off x="4541267" y="4117607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3143"/>
                <a:gd name="f11" fmla="+- 0 0 -90"/>
                <a:gd name="f12" fmla="*/ f3 1 14097"/>
                <a:gd name="f13" fmla="*/ f4 1 14096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7"/>
                <a:gd name="f22" fmla="*/ f18 1 14096"/>
                <a:gd name="f23" fmla="*/ 14097 f19 1"/>
                <a:gd name="f24" fmla="*/ 7048 f18 1"/>
                <a:gd name="f25" fmla="*/ 7048 f19 1"/>
                <a:gd name="f26" fmla="*/ 14097 f18 1"/>
                <a:gd name="f27" fmla="*/ 0 f19 1"/>
                <a:gd name="f28" fmla="*/ 0 f18 1"/>
                <a:gd name="f29" fmla="+- f20 0 f1"/>
                <a:gd name="f30" fmla="*/ f23 1 14097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8" y="f6"/>
                  </a:cubicBezTo>
                  <a:cubicBezTo>
                    <a:pt x="f10" y="f6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6" y="f10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9" name="Freeform: Shape 2204">
              <a:extLst>
                <a:ext uri="{FF2B5EF4-FFF2-40B4-BE49-F238E27FC236}">
                  <a16:creationId xmlns:a16="http://schemas.microsoft.com/office/drawing/2014/main" id="{05E8EFE6-8E93-BE31-9754-D9AEC30B66BE}"/>
                </a:ext>
              </a:extLst>
            </p:cNvPr>
            <p:cNvSpPr/>
            <p:nvPr/>
          </p:nvSpPr>
          <p:spPr>
            <a:xfrm>
              <a:off x="4649897" y="4117607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0" name="Freeform: Shape 2205">
              <a:extLst>
                <a:ext uri="{FF2B5EF4-FFF2-40B4-BE49-F238E27FC236}">
                  <a16:creationId xmlns:a16="http://schemas.microsoft.com/office/drawing/2014/main" id="{581E924E-C333-DDF0-8B02-CACDA10AD142}"/>
                </a:ext>
              </a:extLst>
            </p:cNvPr>
            <p:cNvSpPr/>
            <p:nvPr/>
          </p:nvSpPr>
          <p:spPr>
            <a:xfrm>
              <a:off x="3997583" y="4226411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1" name="Freeform: Shape 2206">
              <a:extLst>
                <a:ext uri="{FF2B5EF4-FFF2-40B4-BE49-F238E27FC236}">
                  <a16:creationId xmlns:a16="http://schemas.microsoft.com/office/drawing/2014/main" id="{94118AE7-9D0B-1EFC-8AB9-325BA38B4E74}"/>
                </a:ext>
              </a:extLst>
            </p:cNvPr>
            <p:cNvSpPr/>
            <p:nvPr/>
          </p:nvSpPr>
          <p:spPr>
            <a:xfrm>
              <a:off x="4106387" y="4226411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2" name="Freeform: Shape 2207">
              <a:extLst>
                <a:ext uri="{FF2B5EF4-FFF2-40B4-BE49-F238E27FC236}">
                  <a16:creationId xmlns:a16="http://schemas.microsoft.com/office/drawing/2014/main" id="{B2BF5451-D498-D36E-2F0B-93AEA705EB3A}"/>
                </a:ext>
              </a:extLst>
            </p:cNvPr>
            <p:cNvSpPr/>
            <p:nvPr/>
          </p:nvSpPr>
          <p:spPr>
            <a:xfrm>
              <a:off x="4215018" y="4226411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3" name="Freeform: Shape 2208">
              <a:extLst>
                <a:ext uri="{FF2B5EF4-FFF2-40B4-BE49-F238E27FC236}">
                  <a16:creationId xmlns:a16="http://schemas.microsoft.com/office/drawing/2014/main" id="{D636791A-B6FF-3A83-FF05-6D5BAE5C91A7}"/>
                </a:ext>
              </a:extLst>
            </p:cNvPr>
            <p:cNvSpPr/>
            <p:nvPr/>
          </p:nvSpPr>
          <p:spPr>
            <a:xfrm>
              <a:off x="4323831" y="4226411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4" name="Freeform: Shape 2209">
              <a:extLst>
                <a:ext uri="{FF2B5EF4-FFF2-40B4-BE49-F238E27FC236}">
                  <a16:creationId xmlns:a16="http://schemas.microsoft.com/office/drawing/2014/main" id="{F63889D1-759B-41FA-14EF-E9F48453239E}"/>
                </a:ext>
              </a:extLst>
            </p:cNvPr>
            <p:cNvSpPr/>
            <p:nvPr/>
          </p:nvSpPr>
          <p:spPr>
            <a:xfrm>
              <a:off x="4432462" y="4226411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5" name="Freeform: Shape 2210">
              <a:extLst>
                <a:ext uri="{FF2B5EF4-FFF2-40B4-BE49-F238E27FC236}">
                  <a16:creationId xmlns:a16="http://schemas.microsoft.com/office/drawing/2014/main" id="{1BE58EB2-A8AD-AF00-4891-D9D06834D481}"/>
                </a:ext>
              </a:extLst>
            </p:cNvPr>
            <p:cNvSpPr/>
            <p:nvPr/>
          </p:nvSpPr>
          <p:spPr>
            <a:xfrm>
              <a:off x="4541267" y="4226411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3143"/>
                <a:gd name="f11" fmla="+- 0 0 -90"/>
                <a:gd name="f12" fmla="*/ f3 1 14097"/>
                <a:gd name="f13" fmla="*/ f4 1 14096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7"/>
                <a:gd name="f22" fmla="*/ f18 1 14096"/>
                <a:gd name="f23" fmla="*/ 14097 f19 1"/>
                <a:gd name="f24" fmla="*/ 7048 f18 1"/>
                <a:gd name="f25" fmla="*/ 7048 f19 1"/>
                <a:gd name="f26" fmla="*/ 14097 f18 1"/>
                <a:gd name="f27" fmla="*/ 0 f19 1"/>
                <a:gd name="f28" fmla="*/ 0 f18 1"/>
                <a:gd name="f29" fmla="+- f20 0 f1"/>
                <a:gd name="f30" fmla="*/ f23 1 14097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8" y="f6"/>
                  </a:cubicBezTo>
                  <a:cubicBezTo>
                    <a:pt x="f10" y="f6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6" y="f10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6" name="Freeform: Shape 2211">
              <a:extLst>
                <a:ext uri="{FF2B5EF4-FFF2-40B4-BE49-F238E27FC236}">
                  <a16:creationId xmlns:a16="http://schemas.microsoft.com/office/drawing/2014/main" id="{9DA15F79-E05F-275E-7823-365A1447C7A9}"/>
                </a:ext>
              </a:extLst>
            </p:cNvPr>
            <p:cNvSpPr/>
            <p:nvPr/>
          </p:nvSpPr>
          <p:spPr>
            <a:xfrm>
              <a:off x="4649897" y="4226411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7" name="Freeform: Shape 2212">
              <a:extLst>
                <a:ext uri="{FF2B5EF4-FFF2-40B4-BE49-F238E27FC236}">
                  <a16:creationId xmlns:a16="http://schemas.microsoft.com/office/drawing/2014/main" id="{772C871F-B249-1252-5407-435A052A31F8}"/>
                </a:ext>
              </a:extLst>
            </p:cNvPr>
            <p:cNvSpPr/>
            <p:nvPr/>
          </p:nvSpPr>
          <p:spPr>
            <a:xfrm>
              <a:off x="3997592" y="4335042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8" name="Freeform: Shape 2213">
              <a:extLst>
                <a:ext uri="{FF2B5EF4-FFF2-40B4-BE49-F238E27FC236}">
                  <a16:creationId xmlns:a16="http://schemas.microsoft.com/office/drawing/2014/main" id="{7B8A5FD8-10B7-2B63-8D9F-A87C3C503074}"/>
                </a:ext>
              </a:extLst>
            </p:cNvPr>
            <p:cNvSpPr/>
            <p:nvPr/>
          </p:nvSpPr>
          <p:spPr>
            <a:xfrm>
              <a:off x="4106396" y="433504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9" name="Freeform: Shape 2214">
              <a:extLst>
                <a:ext uri="{FF2B5EF4-FFF2-40B4-BE49-F238E27FC236}">
                  <a16:creationId xmlns:a16="http://schemas.microsoft.com/office/drawing/2014/main" id="{BDF09588-4570-8106-EE55-59005D8DCB8D}"/>
                </a:ext>
              </a:extLst>
            </p:cNvPr>
            <p:cNvSpPr/>
            <p:nvPr/>
          </p:nvSpPr>
          <p:spPr>
            <a:xfrm>
              <a:off x="4215027" y="433504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0" name="Freeform: Shape 2215">
              <a:extLst>
                <a:ext uri="{FF2B5EF4-FFF2-40B4-BE49-F238E27FC236}">
                  <a16:creationId xmlns:a16="http://schemas.microsoft.com/office/drawing/2014/main" id="{82900B96-AC9C-8BB2-7898-9EAAA9C5B761}"/>
                </a:ext>
              </a:extLst>
            </p:cNvPr>
            <p:cNvSpPr/>
            <p:nvPr/>
          </p:nvSpPr>
          <p:spPr>
            <a:xfrm>
              <a:off x="4323831" y="433504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1" name="Freeform: Shape 2216">
              <a:extLst>
                <a:ext uri="{FF2B5EF4-FFF2-40B4-BE49-F238E27FC236}">
                  <a16:creationId xmlns:a16="http://schemas.microsoft.com/office/drawing/2014/main" id="{3A831E44-E206-EFAC-CB49-E5FDDB201451}"/>
                </a:ext>
              </a:extLst>
            </p:cNvPr>
            <p:cNvSpPr/>
            <p:nvPr/>
          </p:nvSpPr>
          <p:spPr>
            <a:xfrm>
              <a:off x="4432462" y="433504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2" name="Freeform: Shape 2217">
              <a:extLst>
                <a:ext uri="{FF2B5EF4-FFF2-40B4-BE49-F238E27FC236}">
                  <a16:creationId xmlns:a16="http://schemas.microsoft.com/office/drawing/2014/main" id="{E5A95B72-7A95-34A9-22CC-15C557C527AA}"/>
                </a:ext>
              </a:extLst>
            </p:cNvPr>
            <p:cNvSpPr/>
            <p:nvPr/>
          </p:nvSpPr>
          <p:spPr>
            <a:xfrm>
              <a:off x="4541267" y="433504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3143"/>
                <a:gd name="f11" fmla="+- 0 0 -90"/>
                <a:gd name="f12" fmla="*/ f3 1 14097"/>
                <a:gd name="f13" fmla="*/ f4 1 14096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7"/>
                <a:gd name="f22" fmla="*/ f18 1 14096"/>
                <a:gd name="f23" fmla="*/ 14097 f19 1"/>
                <a:gd name="f24" fmla="*/ 7048 f18 1"/>
                <a:gd name="f25" fmla="*/ 7048 f19 1"/>
                <a:gd name="f26" fmla="*/ 14097 f18 1"/>
                <a:gd name="f27" fmla="*/ 0 f19 1"/>
                <a:gd name="f28" fmla="*/ 0 f18 1"/>
                <a:gd name="f29" fmla="+- f20 0 f1"/>
                <a:gd name="f30" fmla="*/ f23 1 14097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8" y="f6"/>
                  </a:cubicBezTo>
                  <a:cubicBezTo>
                    <a:pt x="f10" y="f6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6" y="f10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3" name="Freeform: Shape 2218">
              <a:extLst>
                <a:ext uri="{FF2B5EF4-FFF2-40B4-BE49-F238E27FC236}">
                  <a16:creationId xmlns:a16="http://schemas.microsoft.com/office/drawing/2014/main" id="{4DEF527C-3171-3CC5-E059-900B5C952CC5}"/>
                </a:ext>
              </a:extLst>
            </p:cNvPr>
            <p:cNvSpPr/>
            <p:nvPr/>
          </p:nvSpPr>
          <p:spPr>
            <a:xfrm>
              <a:off x="4649897" y="433504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4" name="Freeform: Shape 2219">
              <a:extLst>
                <a:ext uri="{FF2B5EF4-FFF2-40B4-BE49-F238E27FC236}">
                  <a16:creationId xmlns:a16="http://schemas.microsoft.com/office/drawing/2014/main" id="{4300A3F9-615B-DB01-C9D8-A3834E2A7E18}"/>
                </a:ext>
              </a:extLst>
            </p:cNvPr>
            <p:cNvSpPr/>
            <p:nvPr/>
          </p:nvSpPr>
          <p:spPr>
            <a:xfrm>
              <a:off x="3997592" y="4443846"/>
              <a:ext cx="26060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192"/>
                <a:gd name="f7" fmla="val 14096"/>
                <a:gd name="f8" fmla="val 7048"/>
                <a:gd name="f9" fmla="val 10954"/>
                <a:gd name="f10" fmla="val 11049"/>
                <a:gd name="f11" fmla="val 14097"/>
                <a:gd name="f12" fmla="val 7144"/>
                <a:gd name="f13" fmla="val 3239"/>
                <a:gd name="f14" fmla="val 3143"/>
                <a:gd name="f15" fmla="val 7049"/>
                <a:gd name="f16" fmla="+- 0 0 -90"/>
                <a:gd name="f17" fmla="*/ f3 1 14192"/>
                <a:gd name="f18" fmla="*/ f4 1 14096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192"/>
                <a:gd name="f27" fmla="*/ f23 1 14096"/>
                <a:gd name="f28" fmla="*/ 14192 f24 1"/>
                <a:gd name="f29" fmla="*/ 7048 f23 1"/>
                <a:gd name="f30" fmla="*/ 7144 f24 1"/>
                <a:gd name="f31" fmla="*/ 14097 f23 1"/>
                <a:gd name="f32" fmla="*/ 0 f24 1"/>
                <a:gd name="f33" fmla="*/ 7049 f24 1"/>
                <a:gd name="f34" fmla="*/ 0 f23 1"/>
                <a:gd name="f35" fmla="+- f25 0 f1"/>
                <a:gd name="f36" fmla="*/ f28 1 14192"/>
                <a:gd name="f37" fmla="*/ f29 1 14096"/>
                <a:gd name="f38" fmla="*/ f30 1 14192"/>
                <a:gd name="f39" fmla="*/ f31 1 14096"/>
                <a:gd name="f40" fmla="*/ f32 1 14192"/>
                <a:gd name="f41" fmla="*/ f33 1 14192"/>
                <a:gd name="f42" fmla="*/ f34 1 14096"/>
                <a:gd name="f43" fmla="*/ f19 1 f26"/>
                <a:gd name="f44" fmla="*/ f20 1 f26"/>
                <a:gd name="f45" fmla="*/ f19 1 f27"/>
                <a:gd name="f46" fmla="*/ f21 1 f27"/>
                <a:gd name="f47" fmla="*/ f36 1 f26"/>
                <a:gd name="f48" fmla="*/ f37 1 f27"/>
                <a:gd name="f49" fmla="*/ f38 1 f26"/>
                <a:gd name="f50" fmla="*/ f39 1 f27"/>
                <a:gd name="f51" fmla="*/ f40 1 f26"/>
                <a:gd name="f52" fmla="*/ f41 1 f26"/>
                <a:gd name="f53" fmla="*/ f42 1 f27"/>
                <a:gd name="f54" fmla="*/ f43 f17 1"/>
                <a:gd name="f55" fmla="*/ f44 f17 1"/>
                <a:gd name="f56" fmla="*/ f46 f18 1"/>
                <a:gd name="f57" fmla="*/ f45 f18 1"/>
                <a:gd name="f58" fmla="*/ f47 f17 1"/>
                <a:gd name="f59" fmla="*/ f48 f18 1"/>
                <a:gd name="f60" fmla="*/ f49 f17 1"/>
                <a:gd name="f61" fmla="*/ f50 f18 1"/>
                <a:gd name="f62" fmla="*/ f51 f17 1"/>
                <a:gd name="f63" fmla="*/ f52 f17 1"/>
                <a:gd name="f64" fmla="*/ f53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59"/>
                </a:cxn>
                <a:cxn ang="f35">
                  <a:pos x="f63" y="f64"/>
                </a:cxn>
                <a:cxn ang="f35">
                  <a:pos x="f58" y="f59"/>
                </a:cxn>
              </a:cxnLst>
              <a:rect l="f54" t="f57" r="f55" b="f56"/>
              <a:pathLst>
                <a:path w="14192" h="14096">
                  <a:moveTo>
                    <a:pt x="f6" y="f8"/>
                  </a:moveTo>
                  <a:cubicBezTo>
                    <a:pt x="f6" y="f9"/>
                    <a:pt x="f10" y="f11"/>
                    <a:pt x="f12" y="f11"/>
                  </a:cubicBezTo>
                  <a:cubicBezTo>
                    <a:pt x="f13" y="f11"/>
                    <a:pt x="f5" y="f9"/>
                    <a:pt x="f5" y="f8"/>
                  </a:cubicBezTo>
                  <a:cubicBezTo>
                    <a:pt x="f5" y="f14"/>
                    <a:pt x="f14" y="f5"/>
                    <a:pt x="f15" y="f5"/>
                  </a:cubicBezTo>
                  <a:cubicBezTo>
                    <a:pt x="f9" y="f5"/>
                    <a:pt x="f6" y="f14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5" name="Freeform: Shape 2220">
              <a:extLst>
                <a:ext uri="{FF2B5EF4-FFF2-40B4-BE49-F238E27FC236}">
                  <a16:creationId xmlns:a16="http://schemas.microsoft.com/office/drawing/2014/main" id="{BCA25C58-A90C-2DA3-0EC4-685EA688AD6C}"/>
                </a:ext>
              </a:extLst>
            </p:cNvPr>
            <p:cNvSpPr/>
            <p:nvPr/>
          </p:nvSpPr>
          <p:spPr>
            <a:xfrm>
              <a:off x="4106396" y="4443846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41"/>
                <a:gd name="f10" fmla="val 7049"/>
                <a:gd name="f11" fmla="val 3156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6" name="Freeform: Shape 2221">
              <a:extLst>
                <a:ext uri="{FF2B5EF4-FFF2-40B4-BE49-F238E27FC236}">
                  <a16:creationId xmlns:a16="http://schemas.microsoft.com/office/drawing/2014/main" id="{FF79B19F-7EBF-356F-2CA1-045CF416F637}"/>
                </a:ext>
              </a:extLst>
            </p:cNvPr>
            <p:cNvSpPr/>
            <p:nvPr/>
          </p:nvSpPr>
          <p:spPr>
            <a:xfrm>
              <a:off x="4215027" y="4443837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7" name="Freeform: Shape 2222">
              <a:extLst>
                <a:ext uri="{FF2B5EF4-FFF2-40B4-BE49-F238E27FC236}">
                  <a16:creationId xmlns:a16="http://schemas.microsoft.com/office/drawing/2014/main" id="{25D0A511-4ACB-BAC2-5544-027D62E40917}"/>
                </a:ext>
              </a:extLst>
            </p:cNvPr>
            <p:cNvSpPr/>
            <p:nvPr/>
          </p:nvSpPr>
          <p:spPr>
            <a:xfrm>
              <a:off x="4323840" y="4443837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8" name="Freeform: Shape 2223">
              <a:extLst>
                <a:ext uri="{FF2B5EF4-FFF2-40B4-BE49-F238E27FC236}">
                  <a16:creationId xmlns:a16="http://schemas.microsoft.com/office/drawing/2014/main" id="{CCCEBB52-5CFB-C6BD-A70A-B75F79DC28E4}"/>
                </a:ext>
              </a:extLst>
            </p:cNvPr>
            <p:cNvSpPr/>
            <p:nvPr/>
          </p:nvSpPr>
          <p:spPr>
            <a:xfrm>
              <a:off x="4432471" y="4443837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9" name="Freeform: Shape 2224">
              <a:extLst>
                <a:ext uri="{FF2B5EF4-FFF2-40B4-BE49-F238E27FC236}">
                  <a16:creationId xmlns:a16="http://schemas.microsoft.com/office/drawing/2014/main" id="{AD1BD48E-9E4A-70D5-7CF5-D5AC9BB70931}"/>
                </a:ext>
              </a:extLst>
            </p:cNvPr>
            <p:cNvSpPr/>
            <p:nvPr/>
          </p:nvSpPr>
          <p:spPr>
            <a:xfrm>
              <a:off x="4541285" y="4443846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41"/>
                <a:gd name="f10" fmla="val 7049"/>
                <a:gd name="f11" fmla="val 3156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0" name="Freeform: Shape 2225">
              <a:extLst>
                <a:ext uri="{FF2B5EF4-FFF2-40B4-BE49-F238E27FC236}">
                  <a16:creationId xmlns:a16="http://schemas.microsoft.com/office/drawing/2014/main" id="{9FAA3A78-EE3A-9B06-D731-F0BC5EF63EA0}"/>
                </a:ext>
              </a:extLst>
            </p:cNvPr>
            <p:cNvSpPr/>
            <p:nvPr/>
          </p:nvSpPr>
          <p:spPr>
            <a:xfrm>
              <a:off x="4649906" y="4443837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1" name="Freeform: Shape 2226">
              <a:extLst>
                <a:ext uri="{FF2B5EF4-FFF2-40B4-BE49-F238E27FC236}">
                  <a16:creationId xmlns:a16="http://schemas.microsoft.com/office/drawing/2014/main" id="{D2141680-8432-4FFB-7C81-6EC6FFC02F82}"/>
                </a:ext>
              </a:extLst>
            </p:cNvPr>
            <p:cNvSpPr/>
            <p:nvPr/>
          </p:nvSpPr>
          <p:spPr>
            <a:xfrm>
              <a:off x="4758711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9"/>
                <a:gd name="f9" fmla="val 10954"/>
                <a:gd name="f10" fmla="val 3143"/>
                <a:gd name="f11" fmla="+- 0 0 -90"/>
                <a:gd name="f12" fmla="*/ f3 1 14097"/>
                <a:gd name="f13" fmla="*/ f4 1 14096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7"/>
                <a:gd name="f22" fmla="*/ f18 1 14096"/>
                <a:gd name="f23" fmla="*/ 14097 f19 1"/>
                <a:gd name="f24" fmla="*/ 7049 f18 1"/>
                <a:gd name="f25" fmla="*/ 7049 f19 1"/>
                <a:gd name="f26" fmla="*/ 14097 f18 1"/>
                <a:gd name="f27" fmla="*/ 0 f19 1"/>
                <a:gd name="f28" fmla="*/ 0 f18 1"/>
                <a:gd name="f29" fmla="+- f20 0 f1"/>
                <a:gd name="f30" fmla="*/ f23 1 14097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8" y="f6"/>
                  </a:cubicBezTo>
                  <a:cubicBezTo>
                    <a:pt x="f10" y="f6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6" y="f10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2" name="Freeform: Shape 2227">
              <a:extLst>
                <a:ext uri="{FF2B5EF4-FFF2-40B4-BE49-F238E27FC236}">
                  <a16:creationId xmlns:a16="http://schemas.microsoft.com/office/drawing/2014/main" id="{C5B9A1CA-FA80-9E05-7E3D-323D58D15809}"/>
                </a:ext>
              </a:extLst>
            </p:cNvPr>
            <p:cNvSpPr/>
            <p:nvPr/>
          </p:nvSpPr>
          <p:spPr>
            <a:xfrm>
              <a:off x="4867351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9 f18 1"/>
                <a:gd name="f23" fmla="*/ 7048 f18 1"/>
                <a:gd name="f24" fmla="*/ 0 f18 1"/>
                <a:gd name="f25" fmla="+- f19 0 f1"/>
                <a:gd name="f26" fmla="*/ f21 1 14096"/>
                <a:gd name="f27" fmla="*/ f22 1 14096"/>
                <a:gd name="f28" fmla="*/ f23 1 14096"/>
                <a:gd name="f29" fmla="*/ f24 1 14096"/>
                <a:gd name="f30" fmla="*/ f15 1 f20"/>
                <a:gd name="f31" fmla="*/ f16 1 f20"/>
                <a:gd name="f32" fmla="*/ f26 1 f20"/>
                <a:gd name="f33" fmla="*/ f27 1 f20"/>
                <a:gd name="f34" fmla="*/ f28 1 f20"/>
                <a:gd name="f35" fmla="*/ f29 1 f20"/>
                <a:gd name="f36" fmla="*/ f30 f13 1"/>
                <a:gd name="f37" fmla="*/ f31 f13 1"/>
                <a:gd name="f38" fmla="*/ f31 f14 1"/>
                <a:gd name="f39" fmla="*/ f30 f14 1"/>
                <a:gd name="f40" fmla="*/ f32 f13 1"/>
                <a:gd name="f41" fmla="*/ f33 f14 1"/>
                <a:gd name="f42" fmla="*/ f34 f13 1"/>
                <a:gd name="f43" fmla="*/ f32 f14 1"/>
                <a:gd name="f44" fmla="*/ f35 f13 1"/>
                <a:gd name="f45" fmla="*/ f35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40" y="f41"/>
                </a:cxn>
                <a:cxn ang="f25">
                  <a:pos x="f42" y="f43"/>
                </a:cxn>
                <a:cxn ang="f25">
                  <a:pos x="f44" y="f41"/>
                </a:cxn>
                <a:cxn ang="f25">
                  <a:pos x="f42" y="f45"/>
                </a:cxn>
                <a:cxn ang="f25">
                  <a:pos x="f40" y="f41"/>
                </a:cxn>
              </a:cxnLst>
              <a:rect l="f36" t="f39" r="f37" b="f38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3" name="Freeform: Shape 2228">
              <a:extLst>
                <a:ext uri="{FF2B5EF4-FFF2-40B4-BE49-F238E27FC236}">
                  <a16:creationId xmlns:a16="http://schemas.microsoft.com/office/drawing/2014/main" id="{1F51BFEA-517C-FCFD-AEA3-94260BDED94D}"/>
                </a:ext>
              </a:extLst>
            </p:cNvPr>
            <p:cNvSpPr/>
            <p:nvPr/>
          </p:nvSpPr>
          <p:spPr>
            <a:xfrm>
              <a:off x="4976155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3143"/>
                <a:gd name="f11" fmla="val 10859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9 f18 1"/>
                <a:gd name="f23" fmla="*/ 0 f18 1"/>
                <a:gd name="f24" fmla="+- f19 0 f1"/>
                <a:gd name="f25" fmla="*/ f21 1 14096"/>
                <a:gd name="f26" fmla="*/ f22 1 14096"/>
                <a:gd name="f27" fmla="*/ f23 1 14096"/>
                <a:gd name="f28" fmla="*/ f15 1 f20"/>
                <a:gd name="f29" fmla="*/ f16 1 f20"/>
                <a:gd name="f30" fmla="*/ f25 1 f20"/>
                <a:gd name="f31" fmla="*/ f26 1 f20"/>
                <a:gd name="f32" fmla="*/ f27 1 f20"/>
                <a:gd name="f33" fmla="*/ f28 f13 1"/>
                <a:gd name="f34" fmla="*/ f29 f13 1"/>
                <a:gd name="f35" fmla="*/ f29 f14 1"/>
                <a:gd name="f36" fmla="*/ f28 f14 1"/>
                <a:gd name="f37" fmla="*/ f30 f13 1"/>
                <a:gd name="f38" fmla="*/ f31 f14 1"/>
                <a:gd name="f39" fmla="*/ f31 f13 1"/>
                <a:gd name="f40" fmla="*/ f30 f14 1"/>
                <a:gd name="f41" fmla="*/ f32 f13 1"/>
                <a:gd name="f42" fmla="*/ f3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7" y="f38"/>
                </a:cxn>
                <a:cxn ang="f24">
                  <a:pos x="f39" y="f40"/>
                </a:cxn>
                <a:cxn ang="f24">
                  <a:pos x="f41" y="f38"/>
                </a:cxn>
                <a:cxn ang="f24">
                  <a:pos x="f39" y="f42"/>
                </a:cxn>
                <a:cxn ang="f24">
                  <a:pos x="f37" y="f38"/>
                </a:cxn>
              </a:cxnLst>
              <a:rect l="f33" t="f36" r="f34" b="f35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11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4" name="Freeform: Shape 2229">
              <a:extLst>
                <a:ext uri="{FF2B5EF4-FFF2-40B4-BE49-F238E27FC236}">
                  <a16:creationId xmlns:a16="http://schemas.microsoft.com/office/drawing/2014/main" id="{48330B1B-C88A-8076-BD94-32BAE1122EAA}"/>
                </a:ext>
              </a:extLst>
            </p:cNvPr>
            <p:cNvSpPr/>
            <p:nvPr/>
          </p:nvSpPr>
          <p:spPr>
            <a:xfrm>
              <a:off x="5084786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9 f18 1"/>
                <a:gd name="f23" fmla="*/ 7048 f18 1"/>
                <a:gd name="f24" fmla="*/ 0 f18 1"/>
                <a:gd name="f25" fmla="+- f19 0 f1"/>
                <a:gd name="f26" fmla="*/ f21 1 14096"/>
                <a:gd name="f27" fmla="*/ f22 1 14096"/>
                <a:gd name="f28" fmla="*/ f23 1 14096"/>
                <a:gd name="f29" fmla="*/ f24 1 14096"/>
                <a:gd name="f30" fmla="*/ f15 1 f20"/>
                <a:gd name="f31" fmla="*/ f16 1 f20"/>
                <a:gd name="f32" fmla="*/ f26 1 f20"/>
                <a:gd name="f33" fmla="*/ f27 1 f20"/>
                <a:gd name="f34" fmla="*/ f28 1 f20"/>
                <a:gd name="f35" fmla="*/ f29 1 f20"/>
                <a:gd name="f36" fmla="*/ f30 f13 1"/>
                <a:gd name="f37" fmla="*/ f31 f13 1"/>
                <a:gd name="f38" fmla="*/ f31 f14 1"/>
                <a:gd name="f39" fmla="*/ f30 f14 1"/>
                <a:gd name="f40" fmla="*/ f32 f13 1"/>
                <a:gd name="f41" fmla="*/ f33 f14 1"/>
                <a:gd name="f42" fmla="*/ f34 f13 1"/>
                <a:gd name="f43" fmla="*/ f32 f14 1"/>
                <a:gd name="f44" fmla="*/ f35 f13 1"/>
                <a:gd name="f45" fmla="*/ f35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40" y="f41"/>
                </a:cxn>
                <a:cxn ang="f25">
                  <a:pos x="f42" y="f43"/>
                </a:cxn>
                <a:cxn ang="f25">
                  <a:pos x="f44" y="f41"/>
                </a:cxn>
                <a:cxn ang="f25">
                  <a:pos x="f42" y="f45"/>
                </a:cxn>
                <a:cxn ang="f25">
                  <a:pos x="f40" y="f41"/>
                </a:cxn>
              </a:cxnLst>
              <a:rect l="f36" t="f39" r="f37" b="f38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5" name="Freeform: Shape 2230">
              <a:extLst>
                <a:ext uri="{FF2B5EF4-FFF2-40B4-BE49-F238E27FC236}">
                  <a16:creationId xmlns:a16="http://schemas.microsoft.com/office/drawing/2014/main" id="{E1843E3E-11DF-B8B6-A050-BDA5DCF1BB5F}"/>
                </a:ext>
              </a:extLst>
            </p:cNvPr>
            <p:cNvSpPr/>
            <p:nvPr/>
          </p:nvSpPr>
          <p:spPr>
            <a:xfrm>
              <a:off x="5193590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54"/>
                <a:gd name="f10" fmla="val 7048"/>
                <a:gd name="f11" fmla="val 3143"/>
                <a:gd name="f12" fmla="val 10858"/>
                <a:gd name="f13" fmla="+- 0 0 -90"/>
                <a:gd name="f14" fmla="*/ f3 1 14096"/>
                <a:gd name="f15" fmla="*/ f4 1 14096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14096"/>
                <a:gd name="f22" fmla="*/ 14097 f19 1"/>
                <a:gd name="f23" fmla="*/ 7049 f19 1"/>
                <a:gd name="f24" fmla="*/ 7048 f19 1"/>
                <a:gd name="f25" fmla="*/ 0 f19 1"/>
                <a:gd name="f26" fmla="+- f20 0 f1"/>
                <a:gd name="f27" fmla="*/ f22 1 14096"/>
                <a:gd name="f28" fmla="*/ f23 1 14096"/>
                <a:gd name="f29" fmla="*/ f24 1 14096"/>
                <a:gd name="f30" fmla="*/ f25 1 14096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3 f15 1"/>
                <a:gd name="f45" fmla="*/ f36 f14 1"/>
                <a:gd name="f46" fmla="*/ f3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2"/>
                </a:cxn>
                <a:cxn ang="f26">
                  <a:pos x="f43" y="f46"/>
                </a:cxn>
                <a:cxn ang="f26">
                  <a:pos x="f41" y="f42"/>
                </a:cxn>
              </a:cxnLst>
              <a:rect l="f37" t="f40" r="f38" b="f39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12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6" name="Freeform: Shape 2231">
              <a:extLst>
                <a:ext uri="{FF2B5EF4-FFF2-40B4-BE49-F238E27FC236}">
                  <a16:creationId xmlns:a16="http://schemas.microsoft.com/office/drawing/2014/main" id="{04E6A571-AE8E-4714-EDAB-E5DA539D16E9}"/>
                </a:ext>
              </a:extLst>
            </p:cNvPr>
            <p:cNvSpPr/>
            <p:nvPr/>
          </p:nvSpPr>
          <p:spPr>
            <a:xfrm>
              <a:off x="5302221" y="3900172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9"/>
                <a:gd name="f9" fmla="val 10941"/>
                <a:gd name="f10" fmla="val 7048"/>
                <a:gd name="f11" fmla="val 3156"/>
                <a:gd name="f12" fmla="+- 0 0 -90"/>
                <a:gd name="f13" fmla="*/ f3 1 14096"/>
                <a:gd name="f14" fmla="*/ f4 1 14097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6"/>
                <a:gd name="f23" fmla="*/ f19 1 14097"/>
                <a:gd name="f24" fmla="*/ 14097 f20 1"/>
                <a:gd name="f25" fmla="*/ 7049 f19 1"/>
                <a:gd name="f26" fmla="*/ 7048 f20 1"/>
                <a:gd name="f27" fmla="*/ 14097 f19 1"/>
                <a:gd name="f28" fmla="*/ 0 f20 1"/>
                <a:gd name="f29" fmla="*/ 0 f19 1"/>
                <a:gd name="f30" fmla="+- f21 0 f1"/>
                <a:gd name="f31" fmla="*/ f24 1 14096"/>
                <a:gd name="f32" fmla="*/ f25 1 14097"/>
                <a:gd name="f33" fmla="*/ f26 1 14096"/>
                <a:gd name="f34" fmla="*/ f27 1 14097"/>
                <a:gd name="f35" fmla="*/ f28 1 14096"/>
                <a:gd name="f36" fmla="*/ f29 1 14097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7" name="Freeform: Shape 2232">
              <a:extLst>
                <a:ext uri="{FF2B5EF4-FFF2-40B4-BE49-F238E27FC236}">
                  <a16:creationId xmlns:a16="http://schemas.microsoft.com/office/drawing/2014/main" id="{BB502F2B-478F-4F92-C0F7-420ADD599310}"/>
                </a:ext>
              </a:extLst>
            </p:cNvPr>
            <p:cNvSpPr/>
            <p:nvPr/>
          </p:nvSpPr>
          <p:spPr>
            <a:xfrm>
              <a:off x="4758711" y="400898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8" name="Freeform: Shape 2233">
              <a:extLst>
                <a:ext uri="{FF2B5EF4-FFF2-40B4-BE49-F238E27FC236}">
                  <a16:creationId xmlns:a16="http://schemas.microsoft.com/office/drawing/2014/main" id="{76831EF8-9BED-0822-E126-EC9C4B0D63BD}"/>
                </a:ext>
              </a:extLst>
            </p:cNvPr>
            <p:cNvSpPr/>
            <p:nvPr/>
          </p:nvSpPr>
          <p:spPr>
            <a:xfrm>
              <a:off x="4867351" y="400898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9" name="Freeform: Shape 2234">
              <a:extLst>
                <a:ext uri="{FF2B5EF4-FFF2-40B4-BE49-F238E27FC236}">
                  <a16:creationId xmlns:a16="http://schemas.microsoft.com/office/drawing/2014/main" id="{D4BF2DA1-3AC7-C42E-A589-45F395FA3297}"/>
                </a:ext>
              </a:extLst>
            </p:cNvPr>
            <p:cNvSpPr/>
            <p:nvPr/>
          </p:nvSpPr>
          <p:spPr>
            <a:xfrm>
              <a:off x="4976155" y="400899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7049"/>
                <a:gd name="f11" fmla="val 3143"/>
                <a:gd name="f12" fmla="val 10859"/>
                <a:gd name="f13" fmla="+- 0 0 -90"/>
                <a:gd name="f14" fmla="*/ f3 1 14096"/>
                <a:gd name="f15" fmla="*/ f4 1 14096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14096"/>
                <a:gd name="f22" fmla="*/ 14097 f19 1"/>
                <a:gd name="f23" fmla="*/ 7048 f19 1"/>
                <a:gd name="f24" fmla="*/ 7049 f19 1"/>
                <a:gd name="f25" fmla="*/ 0 f19 1"/>
                <a:gd name="f26" fmla="+- f20 0 f1"/>
                <a:gd name="f27" fmla="*/ f22 1 14096"/>
                <a:gd name="f28" fmla="*/ f23 1 14096"/>
                <a:gd name="f29" fmla="*/ f24 1 14096"/>
                <a:gd name="f30" fmla="*/ f25 1 14096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3 f15 1"/>
                <a:gd name="f45" fmla="*/ f36 f14 1"/>
                <a:gd name="f46" fmla="*/ f3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2"/>
                </a:cxn>
                <a:cxn ang="f26">
                  <a:pos x="f43" y="f46"/>
                </a:cxn>
                <a:cxn ang="f26">
                  <a:pos x="f41" y="f42"/>
                </a:cxn>
              </a:cxnLst>
              <a:rect l="f37" t="f40" r="f38" b="f39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12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0" name="Freeform: Shape 2235">
              <a:extLst>
                <a:ext uri="{FF2B5EF4-FFF2-40B4-BE49-F238E27FC236}">
                  <a16:creationId xmlns:a16="http://schemas.microsoft.com/office/drawing/2014/main" id="{1473FDA3-1D15-E666-D549-632A27476308}"/>
                </a:ext>
              </a:extLst>
            </p:cNvPr>
            <p:cNvSpPr/>
            <p:nvPr/>
          </p:nvSpPr>
          <p:spPr>
            <a:xfrm>
              <a:off x="5084786" y="400899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1" name="Freeform: Shape 2236">
              <a:extLst>
                <a:ext uri="{FF2B5EF4-FFF2-40B4-BE49-F238E27FC236}">
                  <a16:creationId xmlns:a16="http://schemas.microsoft.com/office/drawing/2014/main" id="{5DA885B0-33F2-5CAF-ACBF-7308BCAC2471}"/>
                </a:ext>
              </a:extLst>
            </p:cNvPr>
            <p:cNvSpPr/>
            <p:nvPr/>
          </p:nvSpPr>
          <p:spPr>
            <a:xfrm>
              <a:off x="5193590" y="4009003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val 10858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8 f18 1"/>
                <a:gd name="f23" fmla="*/ 0 f18 1"/>
                <a:gd name="f24" fmla="+- f19 0 f1"/>
                <a:gd name="f25" fmla="*/ f21 1 14096"/>
                <a:gd name="f26" fmla="*/ f22 1 14096"/>
                <a:gd name="f27" fmla="*/ f23 1 14096"/>
                <a:gd name="f28" fmla="*/ f15 1 f20"/>
                <a:gd name="f29" fmla="*/ f16 1 f20"/>
                <a:gd name="f30" fmla="*/ f25 1 f20"/>
                <a:gd name="f31" fmla="*/ f26 1 f20"/>
                <a:gd name="f32" fmla="*/ f27 1 f20"/>
                <a:gd name="f33" fmla="*/ f28 f13 1"/>
                <a:gd name="f34" fmla="*/ f29 f13 1"/>
                <a:gd name="f35" fmla="*/ f29 f14 1"/>
                <a:gd name="f36" fmla="*/ f28 f14 1"/>
                <a:gd name="f37" fmla="*/ f30 f13 1"/>
                <a:gd name="f38" fmla="*/ f31 f14 1"/>
                <a:gd name="f39" fmla="*/ f31 f13 1"/>
                <a:gd name="f40" fmla="*/ f30 f14 1"/>
                <a:gd name="f41" fmla="*/ f32 f13 1"/>
                <a:gd name="f42" fmla="*/ f3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7" y="f38"/>
                </a:cxn>
                <a:cxn ang="f24">
                  <a:pos x="f39" y="f40"/>
                </a:cxn>
                <a:cxn ang="f24">
                  <a:pos x="f41" y="f38"/>
                </a:cxn>
                <a:cxn ang="f24">
                  <a:pos x="f39" y="f42"/>
                </a:cxn>
                <a:cxn ang="f24">
                  <a:pos x="f37" y="f38"/>
                </a:cxn>
              </a:cxnLst>
              <a:rect l="f33" t="f36" r="f34" b="f35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11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2" name="Freeform: Shape 2237">
              <a:extLst>
                <a:ext uri="{FF2B5EF4-FFF2-40B4-BE49-F238E27FC236}">
                  <a16:creationId xmlns:a16="http://schemas.microsoft.com/office/drawing/2014/main" id="{F765B1EA-7809-E56F-B423-DBFCE60ADDC8}"/>
                </a:ext>
              </a:extLst>
            </p:cNvPr>
            <p:cNvSpPr/>
            <p:nvPr/>
          </p:nvSpPr>
          <p:spPr>
            <a:xfrm>
              <a:off x="5302221" y="4009003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41"/>
                <a:gd name="f10" fmla="val 3156"/>
                <a:gd name="f11" fmla="+- 0 0 -90"/>
                <a:gd name="f12" fmla="*/ f3 1 14096"/>
                <a:gd name="f13" fmla="*/ f4 1 14097"/>
                <a:gd name="f14" fmla="val f5"/>
                <a:gd name="f15" fmla="val f6"/>
                <a:gd name="f16" fmla="val f7"/>
                <a:gd name="f17" fmla="*/ f11 f0 1"/>
                <a:gd name="f18" fmla="+- f16 0 f14"/>
                <a:gd name="f19" fmla="+- f15 0 f14"/>
                <a:gd name="f20" fmla="*/ f17 1 f2"/>
                <a:gd name="f21" fmla="*/ f19 1 14096"/>
                <a:gd name="f22" fmla="*/ f18 1 14097"/>
                <a:gd name="f23" fmla="*/ 14097 f19 1"/>
                <a:gd name="f24" fmla="*/ 7048 f18 1"/>
                <a:gd name="f25" fmla="*/ 7048 f19 1"/>
                <a:gd name="f26" fmla="*/ 14097 f18 1"/>
                <a:gd name="f27" fmla="*/ 0 f19 1"/>
                <a:gd name="f28" fmla="*/ 0 f18 1"/>
                <a:gd name="f29" fmla="+- f20 0 f1"/>
                <a:gd name="f30" fmla="*/ f23 1 14096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14 1 f21"/>
                <a:gd name="f37" fmla="*/ f15 1 f21"/>
                <a:gd name="f38" fmla="*/ f14 1 f22"/>
                <a:gd name="f39" fmla="*/ f16 1 f22"/>
                <a:gd name="f40" fmla="*/ f30 1 f21"/>
                <a:gd name="f41" fmla="*/ f31 1 f22"/>
                <a:gd name="f42" fmla="*/ f32 1 f21"/>
                <a:gd name="f43" fmla="*/ f33 1 f22"/>
                <a:gd name="f44" fmla="*/ f34 1 f21"/>
                <a:gd name="f45" fmla="*/ f35 1 f22"/>
                <a:gd name="f46" fmla="*/ f36 f12 1"/>
                <a:gd name="f47" fmla="*/ f37 f12 1"/>
                <a:gd name="f48" fmla="*/ f39 f13 1"/>
                <a:gd name="f49" fmla="*/ f38 f13 1"/>
                <a:gd name="f50" fmla="*/ f40 f12 1"/>
                <a:gd name="f51" fmla="*/ f41 f13 1"/>
                <a:gd name="f52" fmla="*/ f42 f12 1"/>
                <a:gd name="f53" fmla="*/ f43 f13 1"/>
                <a:gd name="f54" fmla="*/ f44 f12 1"/>
                <a:gd name="f55" fmla="*/ f45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0" y="f51"/>
                </a:cxn>
                <a:cxn ang="f29">
                  <a:pos x="f52" y="f53"/>
                </a:cxn>
                <a:cxn ang="f29">
                  <a:pos x="f54" y="f51"/>
                </a:cxn>
                <a:cxn ang="f29">
                  <a:pos x="f52" y="f55"/>
                </a:cxn>
                <a:cxn ang="f29">
                  <a:pos x="f50" y="f51"/>
                </a:cxn>
              </a:cxnLst>
              <a:rect l="f46" t="f49" r="f47" b="f48"/>
              <a:pathLst>
                <a:path w="14096" h="14097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3" name="Freeform: Shape 2238">
              <a:extLst>
                <a:ext uri="{FF2B5EF4-FFF2-40B4-BE49-F238E27FC236}">
                  <a16:creationId xmlns:a16="http://schemas.microsoft.com/office/drawing/2014/main" id="{BE2FC388-D7BC-EEA1-08DE-E7057D823023}"/>
                </a:ext>
              </a:extLst>
            </p:cNvPr>
            <p:cNvSpPr/>
            <p:nvPr/>
          </p:nvSpPr>
          <p:spPr>
            <a:xfrm>
              <a:off x="4758711" y="411762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4" name="Freeform: Shape 2239">
              <a:extLst>
                <a:ext uri="{FF2B5EF4-FFF2-40B4-BE49-F238E27FC236}">
                  <a16:creationId xmlns:a16="http://schemas.microsoft.com/office/drawing/2014/main" id="{CF07EFA6-CE88-009A-9041-7152B01ED53C}"/>
                </a:ext>
              </a:extLst>
            </p:cNvPr>
            <p:cNvSpPr/>
            <p:nvPr/>
          </p:nvSpPr>
          <p:spPr>
            <a:xfrm>
              <a:off x="4867351" y="411762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5" name="Freeform: Shape 2240">
              <a:extLst>
                <a:ext uri="{FF2B5EF4-FFF2-40B4-BE49-F238E27FC236}">
                  <a16:creationId xmlns:a16="http://schemas.microsoft.com/office/drawing/2014/main" id="{73E026BD-BA93-A438-966F-EEB6A7268528}"/>
                </a:ext>
              </a:extLst>
            </p:cNvPr>
            <p:cNvSpPr/>
            <p:nvPr/>
          </p:nvSpPr>
          <p:spPr>
            <a:xfrm>
              <a:off x="4976155" y="411762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7049"/>
                <a:gd name="f11" fmla="val 3143"/>
                <a:gd name="f12" fmla="val 10859"/>
                <a:gd name="f13" fmla="+- 0 0 -90"/>
                <a:gd name="f14" fmla="*/ f3 1 14096"/>
                <a:gd name="f15" fmla="*/ f4 1 14096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14096"/>
                <a:gd name="f22" fmla="*/ 14097 f19 1"/>
                <a:gd name="f23" fmla="*/ 7048 f19 1"/>
                <a:gd name="f24" fmla="*/ 7049 f19 1"/>
                <a:gd name="f25" fmla="*/ 0 f19 1"/>
                <a:gd name="f26" fmla="+- f20 0 f1"/>
                <a:gd name="f27" fmla="*/ f22 1 14096"/>
                <a:gd name="f28" fmla="*/ f23 1 14096"/>
                <a:gd name="f29" fmla="*/ f24 1 14096"/>
                <a:gd name="f30" fmla="*/ f25 1 14096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3 f15 1"/>
                <a:gd name="f45" fmla="*/ f36 f14 1"/>
                <a:gd name="f46" fmla="*/ f3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2"/>
                </a:cxn>
                <a:cxn ang="f26">
                  <a:pos x="f43" y="f46"/>
                </a:cxn>
                <a:cxn ang="f26">
                  <a:pos x="f41" y="f42"/>
                </a:cxn>
              </a:cxnLst>
              <a:rect l="f37" t="f40" r="f38" b="f39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12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6" name="Freeform: Shape 2241">
              <a:extLst>
                <a:ext uri="{FF2B5EF4-FFF2-40B4-BE49-F238E27FC236}">
                  <a16:creationId xmlns:a16="http://schemas.microsoft.com/office/drawing/2014/main" id="{30C63C6F-D896-1C7B-58B0-FF7939A4347C}"/>
                </a:ext>
              </a:extLst>
            </p:cNvPr>
            <p:cNvSpPr/>
            <p:nvPr/>
          </p:nvSpPr>
          <p:spPr>
            <a:xfrm>
              <a:off x="5084786" y="411762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7" name="Freeform: Shape 2242">
              <a:extLst>
                <a:ext uri="{FF2B5EF4-FFF2-40B4-BE49-F238E27FC236}">
                  <a16:creationId xmlns:a16="http://schemas.microsoft.com/office/drawing/2014/main" id="{65CA2514-74CE-9A70-5978-27CCE1A58A29}"/>
                </a:ext>
              </a:extLst>
            </p:cNvPr>
            <p:cNvSpPr/>
            <p:nvPr/>
          </p:nvSpPr>
          <p:spPr>
            <a:xfrm>
              <a:off x="5193590" y="4117625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val 10858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8 f18 1"/>
                <a:gd name="f23" fmla="*/ 0 f18 1"/>
                <a:gd name="f24" fmla="+- f19 0 f1"/>
                <a:gd name="f25" fmla="*/ f21 1 14096"/>
                <a:gd name="f26" fmla="*/ f22 1 14096"/>
                <a:gd name="f27" fmla="*/ f23 1 14096"/>
                <a:gd name="f28" fmla="*/ f15 1 f20"/>
                <a:gd name="f29" fmla="*/ f16 1 f20"/>
                <a:gd name="f30" fmla="*/ f25 1 f20"/>
                <a:gd name="f31" fmla="*/ f26 1 f20"/>
                <a:gd name="f32" fmla="*/ f27 1 f20"/>
                <a:gd name="f33" fmla="*/ f28 f13 1"/>
                <a:gd name="f34" fmla="*/ f29 f13 1"/>
                <a:gd name="f35" fmla="*/ f29 f14 1"/>
                <a:gd name="f36" fmla="*/ f28 f14 1"/>
                <a:gd name="f37" fmla="*/ f30 f13 1"/>
                <a:gd name="f38" fmla="*/ f31 f14 1"/>
                <a:gd name="f39" fmla="*/ f31 f13 1"/>
                <a:gd name="f40" fmla="*/ f30 f14 1"/>
                <a:gd name="f41" fmla="*/ f32 f13 1"/>
                <a:gd name="f42" fmla="*/ f3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7" y="f38"/>
                </a:cxn>
                <a:cxn ang="f24">
                  <a:pos x="f39" y="f40"/>
                </a:cxn>
                <a:cxn ang="f24">
                  <a:pos x="f41" y="f38"/>
                </a:cxn>
                <a:cxn ang="f24">
                  <a:pos x="f39" y="f42"/>
                </a:cxn>
                <a:cxn ang="f24">
                  <a:pos x="f37" y="f38"/>
                </a:cxn>
              </a:cxnLst>
              <a:rect l="f33" t="f36" r="f34" b="f35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11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8" name="Freeform: Shape 2243">
              <a:extLst>
                <a:ext uri="{FF2B5EF4-FFF2-40B4-BE49-F238E27FC236}">
                  <a16:creationId xmlns:a16="http://schemas.microsoft.com/office/drawing/2014/main" id="{FF199BEE-4FA2-E33F-D25F-74533F86DDCB}"/>
                </a:ext>
              </a:extLst>
            </p:cNvPr>
            <p:cNvSpPr/>
            <p:nvPr/>
          </p:nvSpPr>
          <p:spPr>
            <a:xfrm>
              <a:off x="5302221" y="411763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9" name="Freeform: Shape 2244">
              <a:extLst>
                <a:ext uri="{FF2B5EF4-FFF2-40B4-BE49-F238E27FC236}">
                  <a16:creationId xmlns:a16="http://schemas.microsoft.com/office/drawing/2014/main" id="{3B9DE252-69E3-8F8E-4DFE-8B4371920369}"/>
                </a:ext>
              </a:extLst>
            </p:cNvPr>
            <p:cNvSpPr/>
            <p:nvPr/>
          </p:nvSpPr>
          <p:spPr>
            <a:xfrm>
              <a:off x="4758711" y="422642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0" name="Freeform: Shape 2245">
              <a:extLst>
                <a:ext uri="{FF2B5EF4-FFF2-40B4-BE49-F238E27FC236}">
                  <a16:creationId xmlns:a16="http://schemas.microsoft.com/office/drawing/2014/main" id="{514D50E9-2384-C300-C157-993D691A3B4F}"/>
                </a:ext>
              </a:extLst>
            </p:cNvPr>
            <p:cNvSpPr/>
            <p:nvPr/>
          </p:nvSpPr>
          <p:spPr>
            <a:xfrm>
              <a:off x="4867351" y="422642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1" name="Freeform: Shape 2246">
              <a:extLst>
                <a:ext uri="{FF2B5EF4-FFF2-40B4-BE49-F238E27FC236}">
                  <a16:creationId xmlns:a16="http://schemas.microsoft.com/office/drawing/2014/main" id="{019C6376-BD1D-C32F-5308-B41C106AC591}"/>
                </a:ext>
              </a:extLst>
            </p:cNvPr>
            <p:cNvSpPr/>
            <p:nvPr/>
          </p:nvSpPr>
          <p:spPr>
            <a:xfrm>
              <a:off x="4976155" y="422642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7049"/>
                <a:gd name="f11" fmla="val 3143"/>
                <a:gd name="f12" fmla="val 10859"/>
                <a:gd name="f13" fmla="+- 0 0 -90"/>
                <a:gd name="f14" fmla="*/ f3 1 14096"/>
                <a:gd name="f15" fmla="*/ f4 1 14096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14096"/>
                <a:gd name="f22" fmla="*/ 14097 f19 1"/>
                <a:gd name="f23" fmla="*/ 7048 f19 1"/>
                <a:gd name="f24" fmla="*/ 7049 f19 1"/>
                <a:gd name="f25" fmla="*/ 0 f19 1"/>
                <a:gd name="f26" fmla="+- f20 0 f1"/>
                <a:gd name="f27" fmla="*/ f22 1 14096"/>
                <a:gd name="f28" fmla="*/ f23 1 14096"/>
                <a:gd name="f29" fmla="*/ f24 1 14096"/>
                <a:gd name="f30" fmla="*/ f25 1 14096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3 f15 1"/>
                <a:gd name="f45" fmla="*/ f36 f14 1"/>
                <a:gd name="f46" fmla="*/ f3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2"/>
                </a:cxn>
                <a:cxn ang="f26">
                  <a:pos x="f43" y="f46"/>
                </a:cxn>
                <a:cxn ang="f26">
                  <a:pos x="f41" y="f42"/>
                </a:cxn>
              </a:cxnLst>
              <a:rect l="f37" t="f40" r="f38" b="f39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12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2" name="Freeform: Shape 2247">
              <a:extLst>
                <a:ext uri="{FF2B5EF4-FFF2-40B4-BE49-F238E27FC236}">
                  <a16:creationId xmlns:a16="http://schemas.microsoft.com/office/drawing/2014/main" id="{6067114C-EF32-226B-A0A5-6435C6AD71F0}"/>
                </a:ext>
              </a:extLst>
            </p:cNvPr>
            <p:cNvSpPr/>
            <p:nvPr/>
          </p:nvSpPr>
          <p:spPr>
            <a:xfrm>
              <a:off x="5084786" y="422642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3" name="Freeform: Shape 2248">
              <a:extLst>
                <a:ext uri="{FF2B5EF4-FFF2-40B4-BE49-F238E27FC236}">
                  <a16:creationId xmlns:a16="http://schemas.microsoft.com/office/drawing/2014/main" id="{AD7E3E87-789D-8297-6F23-F7566226E707}"/>
                </a:ext>
              </a:extLst>
            </p:cNvPr>
            <p:cNvSpPr/>
            <p:nvPr/>
          </p:nvSpPr>
          <p:spPr>
            <a:xfrm>
              <a:off x="5193590" y="422642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val 10858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8 f18 1"/>
                <a:gd name="f23" fmla="*/ 0 f18 1"/>
                <a:gd name="f24" fmla="+- f19 0 f1"/>
                <a:gd name="f25" fmla="*/ f21 1 14096"/>
                <a:gd name="f26" fmla="*/ f22 1 14096"/>
                <a:gd name="f27" fmla="*/ f23 1 14096"/>
                <a:gd name="f28" fmla="*/ f15 1 f20"/>
                <a:gd name="f29" fmla="*/ f16 1 f20"/>
                <a:gd name="f30" fmla="*/ f25 1 f20"/>
                <a:gd name="f31" fmla="*/ f26 1 f20"/>
                <a:gd name="f32" fmla="*/ f27 1 f20"/>
                <a:gd name="f33" fmla="*/ f28 f13 1"/>
                <a:gd name="f34" fmla="*/ f29 f13 1"/>
                <a:gd name="f35" fmla="*/ f29 f14 1"/>
                <a:gd name="f36" fmla="*/ f28 f14 1"/>
                <a:gd name="f37" fmla="*/ f30 f13 1"/>
                <a:gd name="f38" fmla="*/ f31 f14 1"/>
                <a:gd name="f39" fmla="*/ f31 f13 1"/>
                <a:gd name="f40" fmla="*/ f30 f14 1"/>
                <a:gd name="f41" fmla="*/ f32 f13 1"/>
                <a:gd name="f42" fmla="*/ f3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7" y="f38"/>
                </a:cxn>
                <a:cxn ang="f24">
                  <a:pos x="f39" y="f40"/>
                </a:cxn>
                <a:cxn ang="f24">
                  <a:pos x="f41" y="f38"/>
                </a:cxn>
                <a:cxn ang="f24">
                  <a:pos x="f39" y="f42"/>
                </a:cxn>
                <a:cxn ang="f24">
                  <a:pos x="f37" y="f38"/>
                </a:cxn>
              </a:cxnLst>
              <a:rect l="f33" t="f36" r="f34" b="f35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11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4" name="Freeform: Shape 2249">
              <a:extLst>
                <a:ext uri="{FF2B5EF4-FFF2-40B4-BE49-F238E27FC236}">
                  <a16:creationId xmlns:a16="http://schemas.microsoft.com/office/drawing/2014/main" id="{D5795F1C-ACC2-F937-2A30-50F86F8BC8F6}"/>
                </a:ext>
              </a:extLst>
            </p:cNvPr>
            <p:cNvSpPr/>
            <p:nvPr/>
          </p:nvSpPr>
          <p:spPr>
            <a:xfrm>
              <a:off x="5302221" y="4226429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5" name="Freeform: Shape 2250">
              <a:extLst>
                <a:ext uri="{FF2B5EF4-FFF2-40B4-BE49-F238E27FC236}">
                  <a16:creationId xmlns:a16="http://schemas.microsoft.com/office/drawing/2014/main" id="{F6FB5EA1-4B75-8EB2-0DE0-543B794A4BDA}"/>
                </a:ext>
              </a:extLst>
            </p:cNvPr>
            <p:cNvSpPr/>
            <p:nvPr/>
          </p:nvSpPr>
          <p:spPr>
            <a:xfrm>
              <a:off x="4758711" y="433506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6"/>
                <a:gd name="f8" fmla="val 7048"/>
                <a:gd name="f9" fmla="val 10954"/>
                <a:gd name="f10" fmla="val 7049"/>
                <a:gd name="f11" fmla="val 3143"/>
                <a:gd name="f12" fmla="+- 0 0 -90"/>
                <a:gd name="f13" fmla="*/ f3 1 14097"/>
                <a:gd name="f14" fmla="*/ f4 1 14096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14097"/>
                <a:gd name="f23" fmla="*/ f19 1 14096"/>
                <a:gd name="f24" fmla="*/ 14097 f20 1"/>
                <a:gd name="f25" fmla="*/ 7048 f19 1"/>
                <a:gd name="f26" fmla="*/ 7049 f20 1"/>
                <a:gd name="f27" fmla="*/ 14097 f19 1"/>
                <a:gd name="f28" fmla="*/ 0 f20 1"/>
                <a:gd name="f29" fmla="*/ 0 f19 1"/>
                <a:gd name="f30" fmla="+- f21 0 f1"/>
                <a:gd name="f31" fmla="*/ f24 1 14097"/>
                <a:gd name="f32" fmla="*/ f25 1 14096"/>
                <a:gd name="f33" fmla="*/ f26 1 14097"/>
                <a:gd name="f34" fmla="*/ f27 1 14096"/>
                <a:gd name="f35" fmla="*/ f28 1 14097"/>
                <a:gd name="f36" fmla="*/ f29 1 14096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3"/>
                <a:gd name="f45" fmla="*/ f35 1 f22"/>
                <a:gd name="f46" fmla="*/ f36 1 f23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4 1"/>
                <a:gd name="f55" fmla="*/ f45 f13 1"/>
                <a:gd name="f56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4"/>
                </a:cxn>
                <a:cxn ang="f30">
                  <a:pos x="f55" y="f52"/>
                </a:cxn>
                <a:cxn ang="f30">
                  <a:pos x="f53" y="f56"/>
                </a:cxn>
                <a:cxn ang="f30">
                  <a:pos x="f51" y="f52"/>
                </a:cxn>
              </a:cxnLst>
              <a:rect l="f47" t="f50" r="f48" b="f49"/>
              <a:pathLst>
                <a:path w="14097" h="14096">
                  <a:moveTo>
                    <a:pt x="f6" y="f8"/>
                  </a:moveTo>
                  <a:cubicBezTo>
                    <a:pt x="f6" y="f9"/>
                    <a:pt x="f9" y="f6"/>
                    <a:pt x="f10" y="f6"/>
                  </a:cubicBezTo>
                  <a:cubicBezTo>
                    <a:pt x="f11" y="f6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9" y="f5"/>
                    <a:pt x="f6" y="f11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6" name="Freeform: Shape 2251">
              <a:extLst>
                <a:ext uri="{FF2B5EF4-FFF2-40B4-BE49-F238E27FC236}">
                  <a16:creationId xmlns:a16="http://schemas.microsoft.com/office/drawing/2014/main" id="{BB8C4B0F-7F8D-D159-9946-C7001733EA4E}"/>
                </a:ext>
              </a:extLst>
            </p:cNvPr>
            <p:cNvSpPr/>
            <p:nvPr/>
          </p:nvSpPr>
          <p:spPr>
            <a:xfrm>
              <a:off x="4867351" y="433506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7" name="Freeform: Shape 2252">
              <a:extLst>
                <a:ext uri="{FF2B5EF4-FFF2-40B4-BE49-F238E27FC236}">
                  <a16:creationId xmlns:a16="http://schemas.microsoft.com/office/drawing/2014/main" id="{F80F068C-E938-25A5-C0F8-72B1DC49D91D}"/>
                </a:ext>
              </a:extLst>
            </p:cNvPr>
            <p:cNvSpPr/>
            <p:nvPr/>
          </p:nvSpPr>
          <p:spPr>
            <a:xfrm>
              <a:off x="4976155" y="433506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7049"/>
                <a:gd name="f11" fmla="val 3143"/>
                <a:gd name="f12" fmla="val 10859"/>
                <a:gd name="f13" fmla="+- 0 0 -90"/>
                <a:gd name="f14" fmla="*/ f3 1 14096"/>
                <a:gd name="f15" fmla="*/ f4 1 14096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14096"/>
                <a:gd name="f22" fmla="*/ 14097 f19 1"/>
                <a:gd name="f23" fmla="*/ 7048 f19 1"/>
                <a:gd name="f24" fmla="*/ 7049 f19 1"/>
                <a:gd name="f25" fmla="*/ 0 f19 1"/>
                <a:gd name="f26" fmla="+- f20 0 f1"/>
                <a:gd name="f27" fmla="*/ f22 1 14096"/>
                <a:gd name="f28" fmla="*/ f23 1 14096"/>
                <a:gd name="f29" fmla="*/ f24 1 14096"/>
                <a:gd name="f30" fmla="*/ f25 1 14096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3 f15 1"/>
                <a:gd name="f45" fmla="*/ f36 f14 1"/>
                <a:gd name="f46" fmla="*/ f36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2"/>
                </a:cxn>
                <a:cxn ang="f26">
                  <a:pos x="f43" y="f46"/>
                </a:cxn>
                <a:cxn ang="f26">
                  <a:pos x="f41" y="f42"/>
                </a:cxn>
              </a:cxnLst>
              <a:rect l="f37" t="f40" r="f38" b="f39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10" y="f7"/>
                  </a:cubicBezTo>
                  <a:cubicBezTo>
                    <a:pt x="f11" y="f7"/>
                    <a:pt x="f5" y="f9"/>
                    <a:pt x="f5" y="f8"/>
                  </a:cubicBezTo>
                  <a:cubicBezTo>
                    <a:pt x="f5" y="f11"/>
                    <a:pt x="f11" y="f5"/>
                    <a:pt x="f10" y="f5"/>
                  </a:cubicBezTo>
                  <a:cubicBezTo>
                    <a:pt x="f12" y="f5"/>
                    <a:pt x="f7" y="f11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8" name="Freeform: Shape 2253">
              <a:extLst>
                <a:ext uri="{FF2B5EF4-FFF2-40B4-BE49-F238E27FC236}">
                  <a16:creationId xmlns:a16="http://schemas.microsoft.com/office/drawing/2014/main" id="{23491B38-DF5F-B180-7F96-7F92FB61EF2D}"/>
                </a:ext>
              </a:extLst>
            </p:cNvPr>
            <p:cNvSpPr/>
            <p:nvPr/>
          </p:nvSpPr>
          <p:spPr>
            <a:xfrm>
              <a:off x="5084786" y="433506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9" name="Freeform: Shape 2254">
              <a:extLst>
                <a:ext uri="{FF2B5EF4-FFF2-40B4-BE49-F238E27FC236}">
                  <a16:creationId xmlns:a16="http://schemas.microsoft.com/office/drawing/2014/main" id="{F2F95FF7-23CB-EAA7-87E9-934C394DC9AE}"/>
                </a:ext>
              </a:extLst>
            </p:cNvPr>
            <p:cNvSpPr/>
            <p:nvPr/>
          </p:nvSpPr>
          <p:spPr>
            <a:xfrm>
              <a:off x="5193590" y="4335051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val 10858"/>
                <a:gd name="f12" fmla="+- 0 0 -90"/>
                <a:gd name="f13" fmla="*/ f3 1 14096"/>
                <a:gd name="f14" fmla="*/ f4 1 14096"/>
                <a:gd name="f15" fmla="val f5"/>
                <a:gd name="f16" fmla="val f6"/>
                <a:gd name="f17" fmla="*/ f12 f0 1"/>
                <a:gd name="f18" fmla="+- f16 0 f15"/>
                <a:gd name="f19" fmla="*/ f17 1 f2"/>
                <a:gd name="f20" fmla="*/ f18 1 14096"/>
                <a:gd name="f21" fmla="*/ 14097 f18 1"/>
                <a:gd name="f22" fmla="*/ 7048 f18 1"/>
                <a:gd name="f23" fmla="*/ 0 f18 1"/>
                <a:gd name="f24" fmla="+- f19 0 f1"/>
                <a:gd name="f25" fmla="*/ f21 1 14096"/>
                <a:gd name="f26" fmla="*/ f22 1 14096"/>
                <a:gd name="f27" fmla="*/ f23 1 14096"/>
                <a:gd name="f28" fmla="*/ f15 1 f20"/>
                <a:gd name="f29" fmla="*/ f16 1 f20"/>
                <a:gd name="f30" fmla="*/ f25 1 f20"/>
                <a:gd name="f31" fmla="*/ f26 1 f20"/>
                <a:gd name="f32" fmla="*/ f27 1 f20"/>
                <a:gd name="f33" fmla="*/ f28 f13 1"/>
                <a:gd name="f34" fmla="*/ f29 f13 1"/>
                <a:gd name="f35" fmla="*/ f29 f14 1"/>
                <a:gd name="f36" fmla="*/ f28 f14 1"/>
                <a:gd name="f37" fmla="*/ f30 f13 1"/>
                <a:gd name="f38" fmla="*/ f31 f14 1"/>
                <a:gd name="f39" fmla="*/ f31 f13 1"/>
                <a:gd name="f40" fmla="*/ f30 f14 1"/>
                <a:gd name="f41" fmla="*/ f32 f13 1"/>
                <a:gd name="f42" fmla="*/ f3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37" y="f38"/>
                </a:cxn>
                <a:cxn ang="f24">
                  <a:pos x="f39" y="f40"/>
                </a:cxn>
                <a:cxn ang="f24">
                  <a:pos x="f41" y="f38"/>
                </a:cxn>
                <a:cxn ang="f24">
                  <a:pos x="f39" y="f42"/>
                </a:cxn>
                <a:cxn ang="f24">
                  <a:pos x="f37" y="f38"/>
                </a:cxn>
              </a:cxnLst>
              <a:rect l="f33" t="f36" r="f34" b="f35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11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0" name="Freeform: Shape 2255">
              <a:extLst>
                <a:ext uri="{FF2B5EF4-FFF2-40B4-BE49-F238E27FC236}">
                  <a16:creationId xmlns:a16="http://schemas.microsoft.com/office/drawing/2014/main" id="{CCA7125D-57F8-28A8-4C51-799574F3FB94}"/>
                </a:ext>
              </a:extLst>
            </p:cNvPr>
            <p:cNvSpPr/>
            <p:nvPr/>
          </p:nvSpPr>
          <p:spPr>
            <a:xfrm>
              <a:off x="5302221" y="4335060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54"/>
                <a:gd name="f10" fmla="val 3143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1" name="Freeform: Shape 2256">
              <a:extLst>
                <a:ext uri="{FF2B5EF4-FFF2-40B4-BE49-F238E27FC236}">
                  <a16:creationId xmlns:a16="http://schemas.microsoft.com/office/drawing/2014/main" id="{060E4DF4-9D91-969B-B2C5-803864A5FA31}"/>
                </a:ext>
              </a:extLst>
            </p:cNvPr>
            <p:cNvSpPr/>
            <p:nvPr/>
          </p:nvSpPr>
          <p:spPr>
            <a:xfrm>
              <a:off x="4758711" y="4443865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7"/>
                <a:gd name="f7" fmla="val 14099"/>
                <a:gd name="f8" fmla="val 7051"/>
                <a:gd name="f9" fmla="val 10956"/>
                <a:gd name="f10" fmla="val 10954"/>
                <a:gd name="f11" fmla="val 7049"/>
                <a:gd name="f12" fmla="val 3143"/>
                <a:gd name="f13" fmla="val 3145"/>
                <a:gd name="f14" fmla="val 2"/>
                <a:gd name="f15" fmla="val -93"/>
                <a:gd name="f16" fmla="+- 0 0 -90"/>
                <a:gd name="f17" fmla="*/ f3 1 14097"/>
                <a:gd name="f18" fmla="*/ f4 1 14099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14097"/>
                <a:gd name="f27" fmla="*/ f23 1 14099"/>
                <a:gd name="f28" fmla="*/ 14097 f24 1"/>
                <a:gd name="f29" fmla="*/ 7051 f23 1"/>
                <a:gd name="f30" fmla="*/ 7049 f24 1"/>
                <a:gd name="f31" fmla="*/ 14099 f23 1"/>
                <a:gd name="f32" fmla="*/ 0 f24 1"/>
                <a:gd name="f33" fmla="*/ 2 f23 1"/>
                <a:gd name="f34" fmla="+- f25 0 f1"/>
                <a:gd name="f35" fmla="*/ f28 1 14097"/>
                <a:gd name="f36" fmla="*/ f29 1 14099"/>
                <a:gd name="f37" fmla="*/ f30 1 14097"/>
                <a:gd name="f38" fmla="*/ f31 1 14099"/>
                <a:gd name="f39" fmla="*/ f32 1 14097"/>
                <a:gd name="f40" fmla="*/ f33 1 14099"/>
                <a:gd name="f41" fmla="*/ f19 1 f26"/>
                <a:gd name="f42" fmla="*/ f20 1 f26"/>
                <a:gd name="f43" fmla="*/ f19 1 f27"/>
                <a:gd name="f44" fmla="*/ f21 1 f27"/>
                <a:gd name="f45" fmla="*/ f35 1 f26"/>
                <a:gd name="f46" fmla="*/ f36 1 f27"/>
                <a:gd name="f47" fmla="*/ f37 1 f26"/>
                <a:gd name="f48" fmla="*/ f38 1 f27"/>
                <a:gd name="f49" fmla="*/ f39 1 f26"/>
                <a:gd name="f50" fmla="*/ f40 1 f27"/>
                <a:gd name="f51" fmla="*/ f41 f17 1"/>
                <a:gd name="f52" fmla="*/ f42 f17 1"/>
                <a:gd name="f53" fmla="*/ f44 f18 1"/>
                <a:gd name="f54" fmla="*/ f43 f18 1"/>
                <a:gd name="f55" fmla="*/ f45 f17 1"/>
                <a:gd name="f56" fmla="*/ f46 f18 1"/>
                <a:gd name="f57" fmla="*/ f47 f17 1"/>
                <a:gd name="f58" fmla="*/ f48 f18 1"/>
                <a:gd name="f59" fmla="*/ f49 f17 1"/>
                <a:gd name="f60" fmla="*/ f50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4">
                  <a:pos x="f55" y="f56"/>
                </a:cxn>
                <a:cxn ang="f34">
                  <a:pos x="f57" y="f58"/>
                </a:cxn>
                <a:cxn ang="f34">
                  <a:pos x="f59" y="f56"/>
                </a:cxn>
                <a:cxn ang="f34">
                  <a:pos x="f57" y="f60"/>
                </a:cxn>
                <a:cxn ang="f34">
                  <a:pos x="f55" y="f56"/>
                </a:cxn>
              </a:cxnLst>
              <a:rect l="f51" t="f54" r="f52" b="f53"/>
              <a:pathLst>
                <a:path w="14097" h="14099">
                  <a:moveTo>
                    <a:pt x="f6" y="f8"/>
                  </a:moveTo>
                  <a:cubicBezTo>
                    <a:pt x="f6" y="f9"/>
                    <a:pt x="f10" y="f7"/>
                    <a:pt x="f11" y="f7"/>
                  </a:cubicBezTo>
                  <a:cubicBezTo>
                    <a:pt x="f12" y="f7"/>
                    <a:pt x="f5" y="f9"/>
                    <a:pt x="f5" y="f8"/>
                  </a:cubicBezTo>
                  <a:cubicBezTo>
                    <a:pt x="f5" y="f13"/>
                    <a:pt x="f12" y="f14"/>
                    <a:pt x="f11" y="f14"/>
                  </a:cubicBezTo>
                  <a:cubicBezTo>
                    <a:pt x="f10" y="f15"/>
                    <a:pt x="f6" y="f13"/>
                    <a:pt x="f6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2" name="Freeform: Shape 2257">
              <a:extLst>
                <a:ext uri="{FF2B5EF4-FFF2-40B4-BE49-F238E27FC236}">
                  <a16:creationId xmlns:a16="http://schemas.microsoft.com/office/drawing/2014/main" id="{733535BD-E065-8F06-1D4D-824942149479}"/>
                </a:ext>
              </a:extLst>
            </p:cNvPr>
            <p:cNvSpPr/>
            <p:nvPr/>
          </p:nvSpPr>
          <p:spPr>
            <a:xfrm>
              <a:off x="4867342" y="4443865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3" name="Freeform: Shape 2258">
              <a:extLst>
                <a:ext uri="{FF2B5EF4-FFF2-40B4-BE49-F238E27FC236}">
                  <a16:creationId xmlns:a16="http://schemas.microsoft.com/office/drawing/2014/main" id="{D7EC6587-CAE3-FD74-28C9-5DB44A1F8220}"/>
                </a:ext>
              </a:extLst>
            </p:cNvPr>
            <p:cNvSpPr/>
            <p:nvPr/>
          </p:nvSpPr>
          <p:spPr>
            <a:xfrm>
              <a:off x="4976146" y="4443865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9"/>
                <a:gd name="f13" fmla="val 3143"/>
                <a:gd name="f14" fmla="val 3145"/>
                <a:gd name="f15" fmla="val 2"/>
                <a:gd name="f16" fmla="val 10859"/>
                <a:gd name="f17" fmla="val -93"/>
                <a:gd name="f18" fmla="+- 0 0 -90"/>
                <a:gd name="f19" fmla="*/ f3 1 14096"/>
                <a:gd name="f20" fmla="*/ f4 1 14099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14096"/>
                <a:gd name="f29" fmla="*/ f25 1 14099"/>
                <a:gd name="f30" fmla="*/ 14097 f26 1"/>
                <a:gd name="f31" fmla="*/ 7051 f25 1"/>
                <a:gd name="f32" fmla="*/ 7049 f26 1"/>
                <a:gd name="f33" fmla="*/ 14099 f25 1"/>
                <a:gd name="f34" fmla="*/ 0 f26 1"/>
                <a:gd name="f35" fmla="*/ 2 f25 1"/>
                <a:gd name="f36" fmla="+- f27 0 f1"/>
                <a:gd name="f37" fmla="*/ f30 1 14096"/>
                <a:gd name="f38" fmla="*/ f31 1 14099"/>
                <a:gd name="f39" fmla="*/ f32 1 14096"/>
                <a:gd name="f40" fmla="*/ f33 1 14099"/>
                <a:gd name="f41" fmla="*/ f34 1 14096"/>
                <a:gd name="f42" fmla="*/ f35 1 14099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58"/>
                </a:cxn>
                <a:cxn ang="f36">
                  <a:pos x="f59" y="f62"/>
                </a:cxn>
                <a:cxn ang="f36">
                  <a:pos x="f57" y="f58"/>
                </a:cxn>
              </a:cxnLst>
              <a:rect l="f53" t="f56" r="f54" b="f55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6" y="f17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4" name="Freeform: Shape 2259">
              <a:extLst>
                <a:ext uri="{FF2B5EF4-FFF2-40B4-BE49-F238E27FC236}">
                  <a16:creationId xmlns:a16="http://schemas.microsoft.com/office/drawing/2014/main" id="{C5B5AE58-6157-38D9-134A-831BD9395952}"/>
                </a:ext>
              </a:extLst>
            </p:cNvPr>
            <p:cNvSpPr/>
            <p:nvPr/>
          </p:nvSpPr>
          <p:spPr>
            <a:xfrm>
              <a:off x="5084786" y="4443791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-93"/>
                <a:gd name="f17" fmla="+- 0 0 -90"/>
                <a:gd name="f18" fmla="*/ f3 1 14096"/>
                <a:gd name="f19" fmla="*/ f4 1 14099"/>
                <a:gd name="f20" fmla="val f5"/>
                <a:gd name="f21" fmla="val f6"/>
                <a:gd name="f22" fmla="val f7"/>
                <a:gd name="f23" fmla="*/ f17 f0 1"/>
                <a:gd name="f24" fmla="+- f22 0 f20"/>
                <a:gd name="f25" fmla="+- f21 0 f20"/>
                <a:gd name="f26" fmla="*/ f23 1 f2"/>
                <a:gd name="f27" fmla="*/ f25 1 14096"/>
                <a:gd name="f28" fmla="*/ f24 1 14099"/>
                <a:gd name="f29" fmla="*/ 14097 f25 1"/>
                <a:gd name="f30" fmla="*/ 7051 f24 1"/>
                <a:gd name="f31" fmla="*/ 7048 f25 1"/>
                <a:gd name="f32" fmla="*/ 14099 f24 1"/>
                <a:gd name="f33" fmla="*/ 0 f25 1"/>
                <a:gd name="f34" fmla="*/ 2 f24 1"/>
                <a:gd name="f35" fmla="+- f26 0 f1"/>
                <a:gd name="f36" fmla="*/ f29 1 14096"/>
                <a:gd name="f37" fmla="*/ f30 1 14099"/>
                <a:gd name="f38" fmla="*/ f31 1 14096"/>
                <a:gd name="f39" fmla="*/ f32 1 14099"/>
                <a:gd name="f40" fmla="*/ f33 1 14096"/>
                <a:gd name="f41" fmla="*/ f34 1 14099"/>
                <a:gd name="f42" fmla="*/ f20 1 f27"/>
                <a:gd name="f43" fmla="*/ f21 1 f27"/>
                <a:gd name="f44" fmla="*/ f20 1 f28"/>
                <a:gd name="f45" fmla="*/ f22 1 f28"/>
                <a:gd name="f46" fmla="*/ f36 1 f27"/>
                <a:gd name="f47" fmla="*/ f37 1 f28"/>
                <a:gd name="f48" fmla="*/ f38 1 f27"/>
                <a:gd name="f49" fmla="*/ f39 1 f28"/>
                <a:gd name="f50" fmla="*/ f40 1 f27"/>
                <a:gd name="f51" fmla="*/ f41 1 f28"/>
                <a:gd name="f52" fmla="*/ f42 f18 1"/>
                <a:gd name="f53" fmla="*/ f43 f18 1"/>
                <a:gd name="f54" fmla="*/ f45 f19 1"/>
                <a:gd name="f55" fmla="*/ f44 f19 1"/>
                <a:gd name="f56" fmla="*/ f46 f18 1"/>
                <a:gd name="f57" fmla="*/ f47 f19 1"/>
                <a:gd name="f58" fmla="*/ f48 f18 1"/>
                <a:gd name="f59" fmla="*/ f49 f19 1"/>
                <a:gd name="f60" fmla="*/ f50 f18 1"/>
                <a:gd name="f61" fmla="*/ f5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6" y="f57"/>
                </a:cxn>
                <a:cxn ang="f35">
                  <a:pos x="f58" y="f59"/>
                </a:cxn>
                <a:cxn ang="f35">
                  <a:pos x="f60" y="f57"/>
                </a:cxn>
                <a:cxn ang="f35">
                  <a:pos x="f58" y="f61"/>
                </a:cxn>
                <a:cxn ang="f35">
                  <a:pos x="f56" y="f57"/>
                </a:cxn>
              </a:cxnLst>
              <a:rect l="f52" t="f55" r="f53" b="f54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1" y="f16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5" name="Freeform: Shape 2260">
              <a:extLst>
                <a:ext uri="{FF2B5EF4-FFF2-40B4-BE49-F238E27FC236}">
                  <a16:creationId xmlns:a16="http://schemas.microsoft.com/office/drawing/2014/main" id="{B52EE1C9-5752-2E0C-2C7E-E551BF9F2876}"/>
                </a:ext>
              </a:extLst>
            </p:cNvPr>
            <p:cNvSpPr/>
            <p:nvPr/>
          </p:nvSpPr>
          <p:spPr>
            <a:xfrm>
              <a:off x="5193627" y="4443883"/>
              <a:ext cx="25886" cy="2589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9"/>
                <a:gd name="f8" fmla="val 14097"/>
                <a:gd name="f9" fmla="val 7051"/>
                <a:gd name="f10" fmla="val 10956"/>
                <a:gd name="f11" fmla="val 10954"/>
                <a:gd name="f12" fmla="val 7048"/>
                <a:gd name="f13" fmla="val 3143"/>
                <a:gd name="f14" fmla="val 3145"/>
                <a:gd name="f15" fmla="val 2"/>
                <a:gd name="f16" fmla="val 10858"/>
                <a:gd name="f17" fmla="val -93"/>
                <a:gd name="f18" fmla="+- 0 0 -90"/>
                <a:gd name="f19" fmla="*/ f3 1 14096"/>
                <a:gd name="f20" fmla="*/ f4 1 14099"/>
                <a:gd name="f21" fmla="val f5"/>
                <a:gd name="f22" fmla="val f6"/>
                <a:gd name="f23" fmla="val f7"/>
                <a:gd name="f24" fmla="*/ f18 f0 1"/>
                <a:gd name="f25" fmla="+- f23 0 f21"/>
                <a:gd name="f26" fmla="+- f22 0 f21"/>
                <a:gd name="f27" fmla="*/ f24 1 f2"/>
                <a:gd name="f28" fmla="*/ f26 1 14096"/>
                <a:gd name="f29" fmla="*/ f25 1 14099"/>
                <a:gd name="f30" fmla="*/ 14097 f26 1"/>
                <a:gd name="f31" fmla="*/ 7051 f25 1"/>
                <a:gd name="f32" fmla="*/ 7048 f26 1"/>
                <a:gd name="f33" fmla="*/ 14099 f25 1"/>
                <a:gd name="f34" fmla="*/ 0 f26 1"/>
                <a:gd name="f35" fmla="*/ 2 f25 1"/>
                <a:gd name="f36" fmla="+- f27 0 f1"/>
                <a:gd name="f37" fmla="*/ f30 1 14096"/>
                <a:gd name="f38" fmla="*/ f31 1 14099"/>
                <a:gd name="f39" fmla="*/ f32 1 14096"/>
                <a:gd name="f40" fmla="*/ f33 1 14099"/>
                <a:gd name="f41" fmla="*/ f34 1 14096"/>
                <a:gd name="f42" fmla="*/ f35 1 14099"/>
                <a:gd name="f43" fmla="*/ f21 1 f28"/>
                <a:gd name="f44" fmla="*/ f22 1 f28"/>
                <a:gd name="f45" fmla="*/ f21 1 f29"/>
                <a:gd name="f46" fmla="*/ f23 1 f29"/>
                <a:gd name="f47" fmla="*/ f37 1 f28"/>
                <a:gd name="f48" fmla="*/ f38 1 f29"/>
                <a:gd name="f49" fmla="*/ f39 1 f28"/>
                <a:gd name="f50" fmla="*/ f40 1 f29"/>
                <a:gd name="f51" fmla="*/ f41 1 f28"/>
                <a:gd name="f52" fmla="*/ f42 1 f29"/>
                <a:gd name="f53" fmla="*/ f43 f19 1"/>
                <a:gd name="f54" fmla="*/ f44 f19 1"/>
                <a:gd name="f55" fmla="*/ f46 f20 1"/>
                <a:gd name="f56" fmla="*/ f45 f20 1"/>
                <a:gd name="f57" fmla="*/ f47 f19 1"/>
                <a:gd name="f58" fmla="*/ f48 f20 1"/>
                <a:gd name="f59" fmla="*/ f49 f19 1"/>
                <a:gd name="f60" fmla="*/ f50 f20 1"/>
                <a:gd name="f61" fmla="*/ f51 f19 1"/>
                <a:gd name="f62" fmla="*/ f52 f2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57" y="f58"/>
                </a:cxn>
                <a:cxn ang="f36">
                  <a:pos x="f59" y="f60"/>
                </a:cxn>
                <a:cxn ang="f36">
                  <a:pos x="f61" y="f58"/>
                </a:cxn>
                <a:cxn ang="f36">
                  <a:pos x="f59" y="f62"/>
                </a:cxn>
                <a:cxn ang="f36">
                  <a:pos x="f57" y="f58"/>
                </a:cxn>
              </a:cxnLst>
              <a:rect l="f53" t="f56" r="f54" b="f55"/>
              <a:pathLst>
                <a:path w="14096" h="14099">
                  <a:moveTo>
                    <a:pt x="f8" y="f9"/>
                  </a:moveTo>
                  <a:cubicBezTo>
                    <a:pt x="f8" y="f10"/>
                    <a:pt x="f11" y="f7"/>
                    <a:pt x="f12" y="f7"/>
                  </a:cubicBezTo>
                  <a:cubicBezTo>
                    <a:pt x="f13" y="f7"/>
                    <a:pt x="f5" y="f10"/>
                    <a:pt x="f5" y="f9"/>
                  </a:cubicBezTo>
                  <a:cubicBezTo>
                    <a:pt x="f5" y="f14"/>
                    <a:pt x="f13" y="f15"/>
                    <a:pt x="f12" y="f15"/>
                  </a:cubicBezTo>
                  <a:cubicBezTo>
                    <a:pt x="f16" y="f17"/>
                    <a:pt x="f8" y="f14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6" name="Freeform: Shape 2261">
              <a:extLst>
                <a:ext uri="{FF2B5EF4-FFF2-40B4-BE49-F238E27FC236}">
                  <a16:creationId xmlns:a16="http://schemas.microsoft.com/office/drawing/2014/main" id="{082C3816-3A12-991C-80FC-7196FFA3D2C2}"/>
                </a:ext>
              </a:extLst>
            </p:cNvPr>
            <p:cNvSpPr/>
            <p:nvPr/>
          </p:nvSpPr>
          <p:spPr>
            <a:xfrm>
              <a:off x="5302230" y="4443874"/>
              <a:ext cx="25886" cy="2588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096"/>
                <a:gd name="f7" fmla="val 14097"/>
                <a:gd name="f8" fmla="val 7048"/>
                <a:gd name="f9" fmla="val 10941"/>
                <a:gd name="f10" fmla="val 3156"/>
                <a:gd name="f11" fmla="+- 0 0 -90"/>
                <a:gd name="f12" fmla="*/ f3 1 14096"/>
                <a:gd name="f13" fmla="*/ f4 1 14096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096"/>
                <a:gd name="f20" fmla="*/ 14097 f17 1"/>
                <a:gd name="f21" fmla="*/ 7048 f17 1"/>
                <a:gd name="f22" fmla="*/ 0 f17 1"/>
                <a:gd name="f23" fmla="+- f18 0 f1"/>
                <a:gd name="f24" fmla="*/ f20 1 14096"/>
                <a:gd name="f25" fmla="*/ f21 1 14096"/>
                <a:gd name="f26" fmla="*/ f22 1 14096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096" h="14096">
                  <a:moveTo>
                    <a:pt x="f7" y="f8"/>
                  </a:moveTo>
                  <a:cubicBezTo>
                    <a:pt x="f7" y="f9"/>
                    <a:pt x="f9" y="f7"/>
                    <a:pt x="f8" y="f7"/>
                  </a:cubicBezTo>
                  <a:cubicBezTo>
                    <a:pt x="f10" y="f7"/>
                    <a:pt x="f5" y="f9"/>
                    <a:pt x="f5" y="f8"/>
                  </a:cubicBezTo>
                  <a:cubicBezTo>
                    <a:pt x="f5" y="f10"/>
                    <a:pt x="f10" y="f5"/>
                    <a:pt x="f8" y="f5"/>
                  </a:cubicBezTo>
                  <a:cubicBezTo>
                    <a:pt x="f9" y="f5"/>
                    <a:pt x="f7" y="f10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187" name="Tijdelijke aanduiding voor inhoud 2">
            <a:extLst>
              <a:ext uri="{FF2B5EF4-FFF2-40B4-BE49-F238E27FC236}">
                <a16:creationId xmlns:a16="http://schemas.microsoft.com/office/drawing/2014/main" id="{55FA1688-B26C-F9EB-0DAD-8EFC8E26094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77271" y="1958553"/>
            <a:ext cx="4974774" cy="3810304"/>
          </a:xfrm>
        </p:spPr>
        <p:txBody>
          <a:bodyPr/>
          <a:lstStyle/>
          <a:p>
            <a:pPr lvl="0"/>
            <a:r>
              <a:rPr lang="nl-NL" dirty="0"/>
              <a:t>1984</a:t>
            </a:r>
          </a:p>
          <a:p>
            <a:pPr lvl="0"/>
            <a:r>
              <a:rPr lang="nl-NL" dirty="0" err="1"/>
              <a:t>Alexey</a:t>
            </a:r>
            <a:r>
              <a:rPr lang="nl-NL" dirty="0"/>
              <a:t> </a:t>
            </a:r>
            <a:r>
              <a:rPr lang="nl-NL" dirty="0" err="1"/>
              <a:t>Pajitnov</a:t>
            </a:r>
            <a:endParaRPr lang="nl-NL" dirty="0"/>
          </a:p>
          <a:p>
            <a:pPr marL="0" lvl="0" indent="0">
              <a:buNone/>
            </a:pPr>
            <a:endParaRPr lang="nl-NL" dirty="0"/>
          </a:p>
          <a:p>
            <a:pPr lvl="0"/>
            <a:endParaRPr lang="nl-NL" dirty="0"/>
          </a:p>
          <a:p>
            <a:pPr lvl="0"/>
            <a:r>
              <a:rPr lang="nl-NL" dirty="0"/>
              <a:t>1988</a:t>
            </a:r>
          </a:p>
          <a:p>
            <a:pPr lvl="0"/>
            <a:r>
              <a:rPr lang="nl-NL" dirty="0"/>
              <a:t>Henk Rogers</a:t>
            </a:r>
          </a:p>
        </p:txBody>
      </p:sp>
      <p:pic>
        <p:nvPicPr>
          <p:cNvPr id="1026" name="Picture 2" descr="A man">
            <a:extLst>
              <a:ext uri="{FF2B5EF4-FFF2-40B4-BE49-F238E27FC236}">
                <a16:creationId xmlns:a16="http://schemas.microsoft.com/office/drawing/2014/main" id="{D220E583-AE68-CE0C-0077-B721004CA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507" y="1974167"/>
            <a:ext cx="942530" cy="12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AD0905C-4917-C433-C871-30D6E0291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82" y="4066678"/>
            <a:ext cx="2095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nk Rogers - Wikipedia">
            <a:extLst>
              <a:ext uri="{FF2B5EF4-FFF2-40B4-BE49-F238E27FC236}">
                <a16:creationId xmlns:a16="http://schemas.microsoft.com/office/drawing/2014/main" id="{B0F8BBF9-8B60-E874-F1D4-C2CF3435A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507" y="4098345"/>
            <a:ext cx="938873" cy="132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9" name="Tekstvak 188">
            <a:extLst>
              <a:ext uri="{FF2B5EF4-FFF2-40B4-BE49-F238E27FC236}">
                <a16:creationId xmlns:a16="http://schemas.microsoft.com/office/drawing/2014/main" id="{402A4150-447C-7C05-B434-DFB3C79B2342}"/>
              </a:ext>
            </a:extLst>
          </p:cNvPr>
          <p:cNvSpPr txBox="1"/>
          <p:nvPr/>
        </p:nvSpPr>
        <p:spPr>
          <a:xfrm>
            <a:off x="9235588" y="6499394"/>
            <a:ext cx="4432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Bron : https://tetris.com/news/the-history-of-tetris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D2C9B-78CE-07D3-223D-0A7A9BBD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Klassieke Tetris</a:t>
            </a:r>
          </a:p>
        </p:txBody>
      </p:sp>
      <p:pic>
        <p:nvPicPr>
          <p:cNvPr id="2052" name="Picture 4" descr="How To Play NES Tetris Like a Pro - Wackoid">
            <a:extLst>
              <a:ext uri="{FF2B5EF4-FFF2-40B4-BE49-F238E27FC236}">
                <a16:creationId xmlns:a16="http://schemas.microsoft.com/office/drawing/2014/main" id="{9C119C10-55AF-E97A-F3EE-9C484191EE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3" y="2543969"/>
            <a:ext cx="5181603" cy="291465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AE38CDB5-7ABE-647A-9F35-30D2A1FE3C19}"/>
              </a:ext>
            </a:extLst>
          </p:cNvPr>
          <p:cNvPicPr>
            <a:picLocks noGrp="1" noChangeAspect="1"/>
          </p:cNvPicPr>
          <p:nvPr>
            <p:ph idx="2"/>
          </p:nvPr>
        </p:nvPicPr>
        <p:blipFill>
          <a:blip r:embed="rId3"/>
          <a:stretch>
            <a:fillRect/>
          </a:stretch>
        </p:blipFill>
        <p:spPr>
          <a:xfrm>
            <a:off x="6368684" y="1825625"/>
            <a:ext cx="47886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5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3E59C-AEEC-32D1-C098-2500858F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Randomizer</a:t>
            </a:r>
          </a:p>
        </p:txBody>
      </p:sp>
      <p:pic>
        <p:nvPicPr>
          <p:cNvPr id="5122" name="Picture 2" descr="The history of Tetris randomizers - Simon Laroche">
            <a:extLst>
              <a:ext uri="{FF2B5EF4-FFF2-40B4-BE49-F238E27FC236}">
                <a16:creationId xmlns:a16="http://schemas.microsoft.com/office/drawing/2014/main" id="{4FC7C013-F5B0-1092-D47A-3C3BA86125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5" b="11895"/>
          <a:stretch>
            <a:fillRect/>
          </a:stretch>
        </p:blipFill>
        <p:spPr bwMode="auto">
          <a:xfrm>
            <a:off x="838203" y="1825627"/>
            <a:ext cx="10515600" cy="435133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40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185">
            <a:extLst>
              <a:ext uri="{FF2B5EF4-FFF2-40B4-BE49-F238E27FC236}">
                <a16:creationId xmlns:a16="http://schemas.microsoft.com/office/drawing/2014/main" id="{71CDE4F2-8DBF-F608-A631-FC5249080902}"/>
              </a:ext>
            </a:extLst>
          </p:cNvPr>
          <p:cNvGrpSpPr/>
          <p:nvPr/>
        </p:nvGrpSpPr>
        <p:grpSpPr>
          <a:xfrm>
            <a:off x="10999573" y="5987061"/>
            <a:ext cx="1054467" cy="469690"/>
            <a:chOff x="10999573" y="5987061"/>
            <a:chExt cx="1054467" cy="469690"/>
          </a:xfrm>
        </p:grpSpPr>
        <p:sp>
          <p:nvSpPr>
            <p:cNvPr id="3" name="Freeform: Shape 5127">
              <a:extLst>
                <a:ext uri="{FF2B5EF4-FFF2-40B4-BE49-F238E27FC236}">
                  <a16:creationId xmlns:a16="http://schemas.microsoft.com/office/drawing/2014/main" id="{117476A9-05A9-0C2F-3B8F-0E8E3F9FFD18}"/>
                </a:ext>
              </a:extLst>
            </p:cNvPr>
            <p:cNvSpPr/>
            <p:nvPr/>
          </p:nvSpPr>
          <p:spPr>
            <a:xfrm>
              <a:off x="1099957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" name="Freeform: Shape 5128">
              <a:extLst>
                <a:ext uri="{FF2B5EF4-FFF2-40B4-BE49-F238E27FC236}">
                  <a16:creationId xmlns:a16="http://schemas.microsoft.com/office/drawing/2014/main" id="{F98B00D3-8E60-915C-DDAE-BB19468922B3}"/>
                </a:ext>
              </a:extLst>
            </p:cNvPr>
            <p:cNvSpPr/>
            <p:nvPr/>
          </p:nvSpPr>
          <p:spPr>
            <a:xfrm>
              <a:off x="1117437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" name="Freeform: Shape 5129">
              <a:extLst>
                <a:ext uri="{FF2B5EF4-FFF2-40B4-BE49-F238E27FC236}">
                  <a16:creationId xmlns:a16="http://schemas.microsoft.com/office/drawing/2014/main" id="{57EBF968-923F-2F6E-C701-F396EFFD26B9}"/>
                </a:ext>
              </a:extLst>
            </p:cNvPr>
            <p:cNvSpPr/>
            <p:nvPr/>
          </p:nvSpPr>
          <p:spPr>
            <a:xfrm>
              <a:off x="11349176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5130">
              <a:extLst>
                <a:ext uri="{FF2B5EF4-FFF2-40B4-BE49-F238E27FC236}">
                  <a16:creationId xmlns:a16="http://schemas.microsoft.com/office/drawing/2014/main" id="{5032403A-02BD-021D-9E3C-373DED8696CB}"/>
                </a:ext>
              </a:extLst>
            </p:cNvPr>
            <p:cNvSpPr/>
            <p:nvPr/>
          </p:nvSpPr>
          <p:spPr>
            <a:xfrm>
              <a:off x="11523972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5131">
              <a:extLst>
                <a:ext uri="{FF2B5EF4-FFF2-40B4-BE49-F238E27FC236}">
                  <a16:creationId xmlns:a16="http://schemas.microsoft.com/office/drawing/2014/main" id="{62F6DC37-CEE3-41D5-7840-2761E9B50C8A}"/>
                </a:ext>
              </a:extLst>
            </p:cNvPr>
            <p:cNvSpPr/>
            <p:nvPr/>
          </p:nvSpPr>
          <p:spPr>
            <a:xfrm>
              <a:off x="11698769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8" name="Oval 5133">
            <a:extLst>
              <a:ext uri="{FF2B5EF4-FFF2-40B4-BE49-F238E27FC236}">
                <a16:creationId xmlns:a16="http://schemas.microsoft.com/office/drawing/2014/main" id="{F300B2A5-BB20-881B-983E-04906E18B3FD}"/>
              </a:ext>
            </a:extLst>
          </p:cNvPr>
          <p:cNvSpPr>
            <a:spLocks noMove="1" noResize="1"/>
          </p:cNvSpPr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9" name="Rectangle 5135">
            <a:extLst>
              <a:ext uri="{FF2B5EF4-FFF2-40B4-BE49-F238E27FC236}">
                <a16:creationId xmlns:a16="http://schemas.microsoft.com/office/drawing/2014/main" id="{E619D17E-6D91-0B90-A9E9-0EF308DCC026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grpSp>
        <p:nvGrpSpPr>
          <p:cNvPr id="10" name="Group 5137">
            <a:extLst>
              <a:ext uri="{FF2B5EF4-FFF2-40B4-BE49-F238E27FC236}">
                <a16:creationId xmlns:a16="http://schemas.microsoft.com/office/drawing/2014/main" id="{E3197A42-AC39-B3A3-2A1B-75D283DD532E}"/>
              </a:ext>
            </a:extLst>
          </p:cNvPr>
          <p:cNvGrpSpPr/>
          <p:nvPr/>
        </p:nvGrpSpPr>
        <p:grpSpPr>
          <a:xfrm>
            <a:off x="566553" y="555671"/>
            <a:ext cx="4860255" cy="5696172"/>
            <a:chOff x="566553" y="555671"/>
            <a:chExt cx="4860255" cy="5696172"/>
          </a:xfrm>
        </p:grpSpPr>
        <p:sp>
          <p:nvSpPr>
            <p:cNvPr id="11" name="Rectangle 5138">
              <a:extLst>
                <a:ext uri="{FF2B5EF4-FFF2-40B4-BE49-F238E27FC236}">
                  <a16:creationId xmlns:a16="http://schemas.microsoft.com/office/drawing/2014/main" id="{BC33869E-ACC7-75FA-B2E3-86D12FF9BB21}"/>
                </a:ext>
              </a:extLst>
            </p:cNvPr>
            <p:cNvSpPr/>
            <p:nvPr/>
          </p:nvSpPr>
          <p:spPr>
            <a:xfrm>
              <a:off x="566553" y="555671"/>
              <a:ext cx="4860255" cy="5696172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80BD"/>
                </a:solidFill>
                <a:uFillTx/>
                <a:latin typeface="Source Sans Pro"/>
              </a:endParaRPr>
            </a:p>
          </p:txBody>
        </p:sp>
        <p:sp>
          <p:nvSpPr>
            <p:cNvPr id="12" name="Rectangle 5139">
              <a:extLst>
                <a:ext uri="{FF2B5EF4-FFF2-40B4-BE49-F238E27FC236}">
                  <a16:creationId xmlns:a16="http://schemas.microsoft.com/office/drawing/2014/main" id="{69998F16-D870-7404-70B0-5218CE5DB5D6}"/>
                </a:ext>
              </a:extLst>
            </p:cNvPr>
            <p:cNvSpPr/>
            <p:nvPr/>
          </p:nvSpPr>
          <p:spPr>
            <a:xfrm>
              <a:off x="566553" y="555671"/>
              <a:ext cx="4860255" cy="5696172"/>
            </a:xfrm>
            <a:prstGeom prst="rect">
              <a:avLst/>
            </a:prstGeom>
            <a:solidFill>
              <a:srgbClr val="21C46B">
                <a:alpha val="20000"/>
              </a:srgbClr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</p:grpSp>
      <p:sp>
        <p:nvSpPr>
          <p:cNvPr id="13" name="Rectangle 5141">
            <a:extLst>
              <a:ext uri="{FF2B5EF4-FFF2-40B4-BE49-F238E27FC236}">
                <a16:creationId xmlns:a16="http://schemas.microsoft.com/office/drawing/2014/main" id="{7762721B-A874-F41E-4F4F-B2EAA07E72F7}"/>
              </a:ext>
            </a:extLst>
          </p:cNvPr>
          <p:cNvSpPr>
            <a:spLocks noMove="1" noResize="1"/>
          </p:cNvSpPr>
          <p:nvPr/>
        </p:nvSpPr>
        <p:spPr>
          <a:xfrm>
            <a:off x="464963" y="460299"/>
            <a:ext cx="4860255" cy="5696172"/>
          </a:xfrm>
          <a:prstGeom prst="rect">
            <a:avLst/>
          </a:pr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85C99F05-B8C1-F23F-8337-C8843F16B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68531" y="457285"/>
            <a:ext cx="6527242" cy="3570165"/>
          </a:xfrm>
        </p:spPr>
        <p:txBody>
          <a:bodyPr anchor="b" anchorCtr="1"/>
          <a:lstStyle/>
          <a:p>
            <a:pPr lvl="0" algn="ctr"/>
            <a:r>
              <a:rPr lang="en-US" sz="4700" b="1" cap="all" spc="1500" dirty="0">
                <a:ea typeface="Source Sans Pro SemiBold" pitchFamily="34"/>
              </a:rPr>
              <a:t>Tetris stacking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E99DD4A5-6C4E-756D-EC04-EA56ADB285EB}"/>
              </a:ext>
            </a:extLst>
          </p:cNvPr>
          <p:cNvSpPr>
            <a:spLocks noMove="1" noResize="1"/>
          </p:cNvSpPr>
          <p:nvPr/>
        </p:nvSpPr>
        <p:spPr>
          <a:xfrm>
            <a:off x="10762917" y="937735"/>
            <a:ext cx="891064" cy="8910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ED406724-6C1C-202E-2C56-E9AFD311C607}"/>
              </a:ext>
            </a:extLst>
          </p:cNvPr>
          <p:cNvSpPr>
            <a:spLocks noMove="1" noResize="1"/>
          </p:cNvSpPr>
          <p:nvPr/>
        </p:nvSpPr>
        <p:spPr>
          <a:xfrm>
            <a:off x="10762917" y="937735"/>
            <a:ext cx="891064" cy="8910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80BD">
              <a:alpha val="2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grpSp>
        <p:nvGrpSpPr>
          <p:cNvPr id="18" name="Graphic 185">
            <a:extLst>
              <a:ext uri="{FF2B5EF4-FFF2-40B4-BE49-F238E27FC236}">
                <a16:creationId xmlns:a16="http://schemas.microsoft.com/office/drawing/2014/main" id="{4B72DD6D-4861-AC12-B981-06B822829793}"/>
              </a:ext>
            </a:extLst>
          </p:cNvPr>
          <p:cNvGrpSpPr/>
          <p:nvPr/>
        </p:nvGrpSpPr>
        <p:grpSpPr>
          <a:xfrm>
            <a:off x="5858304" y="2360861"/>
            <a:ext cx="1054467" cy="469690"/>
            <a:chOff x="5858304" y="2360861"/>
            <a:chExt cx="1054467" cy="469690"/>
          </a:xfrm>
        </p:grpSpPr>
        <p:sp>
          <p:nvSpPr>
            <p:cNvPr id="19" name="Freeform: Shape 5148">
              <a:extLst>
                <a:ext uri="{FF2B5EF4-FFF2-40B4-BE49-F238E27FC236}">
                  <a16:creationId xmlns:a16="http://schemas.microsoft.com/office/drawing/2014/main" id="{470701DF-7146-CE38-9D3E-1CDF7BA684D7}"/>
                </a:ext>
              </a:extLst>
            </p:cNvPr>
            <p:cNvSpPr/>
            <p:nvPr/>
          </p:nvSpPr>
          <p:spPr>
            <a:xfrm>
              <a:off x="5858304" y="23608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0" name="Freeform: Shape 5149">
              <a:extLst>
                <a:ext uri="{FF2B5EF4-FFF2-40B4-BE49-F238E27FC236}">
                  <a16:creationId xmlns:a16="http://schemas.microsoft.com/office/drawing/2014/main" id="{D8282F06-3D64-9981-E4CB-1DF3E249211B}"/>
                </a:ext>
              </a:extLst>
            </p:cNvPr>
            <p:cNvSpPr/>
            <p:nvPr/>
          </p:nvSpPr>
          <p:spPr>
            <a:xfrm>
              <a:off x="6033101" y="23608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1" name="Freeform: Shape 5150">
              <a:extLst>
                <a:ext uri="{FF2B5EF4-FFF2-40B4-BE49-F238E27FC236}">
                  <a16:creationId xmlns:a16="http://schemas.microsoft.com/office/drawing/2014/main" id="{D628076C-78E2-F66D-5837-BE6322FE96B6}"/>
                </a:ext>
              </a:extLst>
            </p:cNvPr>
            <p:cNvSpPr/>
            <p:nvPr/>
          </p:nvSpPr>
          <p:spPr>
            <a:xfrm>
              <a:off x="6207907" y="23608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2" name="Freeform: Shape 5151">
              <a:extLst>
                <a:ext uri="{FF2B5EF4-FFF2-40B4-BE49-F238E27FC236}">
                  <a16:creationId xmlns:a16="http://schemas.microsoft.com/office/drawing/2014/main" id="{9FB6B0C3-DD1A-588C-39FA-7019FD9E678D}"/>
                </a:ext>
              </a:extLst>
            </p:cNvPr>
            <p:cNvSpPr/>
            <p:nvPr/>
          </p:nvSpPr>
          <p:spPr>
            <a:xfrm>
              <a:off x="6382704" y="23608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3" name="Freeform: Shape 5152">
              <a:extLst>
                <a:ext uri="{FF2B5EF4-FFF2-40B4-BE49-F238E27FC236}">
                  <a16:creationId xmlns:a16="http://schemas.microsoft.com/office/drawing/2014/main" id="{0401D176-F298-4C23-0B9C-5A159B1C665D}"/>
                </a:ext>
              </a:extLst>
            </p:cNvPr>
            <p:cNvSpPr/>
            <p:nvPr/>
          </p:nvSpPr>
          <p:spPr>
            <a:xfrm>
              <a:off x="6557500" y="23608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24" name="Oval 5154">
            <a:extLst>
              <a:ext uri="{FF2B5EF4-FFF2-40B4-BE49-F238E27FC236}">
                <a16:creationId xmlns:a16="http://schemas.microsoft.com/office/drawing/2014/main" id="{B5AAFEDD-B72E-FF8C-51F6-654EF004022C}"/>
              </a:ext>
            </a:extLst>
          </p:cNvPr>
          <p:cNvSpPr>
            <a:spLocks noMove="1" noResize="1"/>
          </p:cNvSpPr>
          <p:nvPr/>
        </p:nvSpPr>
        <p:spPr>
          <a:xfrm>
            <a:off x="6162607" y="5308476"/>
            <a:ext cx="445834" cy="44583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25" name="Oval 5156">
            <a:extLst>
              <a:ext uri="{FF2B5EF4-FFF2-40B4-BE49-F238E27FC236}">
                <a16:creationId xmlns:a16="http://schemas.microsoft.com/office/drawing/2014/main" id="{096B4037-EB2D-0EFB-2F1C-47CF8E8AE43A}"/>
              </a:ext>
            </a:extLst>
          </p:cNvPr>
          <p:cNvSpPr>
            <a:spLocks noMove="1" noResize="1"/>
          </p:cNvSpPr>
          <p:nvPr/>
        </p:nvSpPr>
        <p:spPr>
          <a:xfrm>
            <a:off x="6162607" y="5308476"/>
            <a:ext cx="445834" cy="44583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80BD">
              <a:alpha val="2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pic>
        <p:nvPicPr>
          <p:cNvPr id="27" name="Tijdelijke aanduiding voor inhoud 26">
            <a:extLst>
              <a:ext uri="{FF2B5EF4-FFF2-40B4-BE49-F238E27FC236}">
                <a16:creationId xmlns:a16="http://schemas.microsoft.com/office/drawing/2014/main" id="{3549FFB3-2B18-EACD-4A19-54F217FA4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3511" y="1410706"/>
            <a:ext cx="4959359" cy="40585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185">
            <a:extLst>
              <a:ext uri="{FF2B5EF4-FFF2-40B4-BE49-F238E27FC236}">
                <a16:creationId xmlns:a16="http://schemas.microsoft.com/office/drawing/2014/main" id="{1D90B257-768E-1B4E-7419-E434348215BC}"/>
              </a:ext>
            </a:extLst>
          </p:cNvPr>
          <p:cNvGrpSpPr/>
          <p:nvPr/>
        </p:nvGrpSpPr>
        <p:grpSpPr>
          <a:xfrm>
            <a:off x="10999573" y="5987061"/>
            <a:ext cx="1054467" cy="469690"/>
            <a:chOff x="10999573" y="5987061"/>
            <a:chExt cx="1054467" cy="469690"/>
          </a:xfrm>
        </p:grpSpPr>
        <p:sp>
          <p:nvSpPr>
            <p:cNvPr id="3" name="Freeform: Shape 4154">
              <a:extLst>
                <a:ext uri="{FF2B5EF4-FFF2-40B4-BE49-F238E27FC236}">
                  <a16:creationId xmlns:a16="http://schemas.microsoft.com/office/drawing/2014/main" id="{D83FABB2-9046-2635-8571-2FB571B8C67D}"/>
                </a:ext>
              </a:extLst>
            </p:cNvPr>
            <p:cNvSpPr/>
            <p:nvPr/>
          </p:nvSpPr>
          <p:spPr>
            <a:xfrm>
              <a:off x="1099957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" name="Freeform: Shape 4155">
              <a:extLst>
                <a:ext uri="{FF2B5EF4-FFF2-40B4-BE49-F238E27FC236}">
                  <a16:creationId xmlns:a16="http://schemas.microsoft.com/office/drawing/2014/main" id="{76D64F4B-2D2F-24B3-414A-FAC5C08FEFC8}"/>
                </a:ext>
              </a:extLst>
            </p:cNvPr>
            <p:cNvSpPr/>
            <p:nvPr/>
          </p:nvSpPr>
          <p:spPr>
            <a:xfrm>
              <a:off x="1117437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" name="Freeform: Shape 4156">
              <a:extLst>
                <a:ext uri="{FF2B5EF4-FFF2-40B4-BE49-F238E27FC236}">
                  <a16:creationId xmlns:a16="http://schemas.microsoft.com/office/drawing/2014/main" id="{A5B893DA-C6E4-7859-A25F-CD6B7B0164D0}"/>
                </a:ext>
              </a:extLst>
            </p:cNvPr>
            <p:cNvSpPr/>
            <p:nvPr/>
          </p:nvSpPr>
          <p:spPr>
            <a:xfrm>
              <a:off x="11349176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4157">
              <a:extLst>
                <a:ext uri="{FF2B5EF4-FFF2-40B4-BE49-F238E27FC236}">
                  <a16:creationId xmlns:a16="http://schemas.microsoft.com/office/drawing/2014/main" id="{17CAB505-CC33-55CB-652E-B5C78179F96E}"/>
                </a:ext>
              </a:extLst>
            </p:cNvPr>
            <p:cNvSpPr/>
            <p:nvPr/>
          </p:nvSpPr>
          <p:spPr>
            <a:xfrm>
              <a:off x="11523972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4158">
              <a:extLst>
                <a:ext uri="{FF2B5EF4-FFF2-40B4-BE49-F238E27FC236}">
                  <a16:creationId xmlns:a16="http://schemas.microsoft.com/office/drawing/2014/main" id="{31BA7CD6-116B-F740-D917-FCE5ACFB1F7A}"/>
                </a:ext>
              </a:extLst>
            </p:cNvPr>
            <p:cNvSpPr/>
            <p:nvPr/>
          </p:nvSpPr>
          <p:spPr>
            <a:xfrm>
              <a:off x="11698769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8" name="Oval 4160">
            <a:extLst>
              <a:ext uri="{FF2B5EF4-FFF2-40B4-BE49-F238E27FC236}">
                <a16:creationId xmlns:a16="http://schemas.microsoft.com/office/drawing/2014/main" id="{0BA83C15-8A54-2E5E-6875-76953B06219C}"/>
              </a:ext>
            </a:extLst>
          </p:cNvPr>
          <p:cNvSpPr>
            <a:spLocks noMove="1" noResize="1"/>
          </p:cNvSpPr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9" name="Rectangle 4162">
            <a:extLst>
              <a:ext uri="{FF2B5EF4-FFF2-40B4-BE49-F238E27FC236}">
                <a16:creationId xmlns:a16="http://schemas.microsoft.com/office/drawing/2014/main" id="{E45944C4-C05E-3765-C029-C5C57A3DAB52}"/>
              </a:ext>
            </a:extLst>
          </p:cNvPr>
          <p:cNvSpPr>
            <a:spLocks noMove="1" noResize="1"/>
          </p:cNvSpPr>
          <p:nvPr/>
        </p:nvSpPr>
        <p:spPr>
          <a:xfrm>
            <a:off x="0" y="3739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E435CE8-E3D9-3547-434A-A4D5B128B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734" y="507235"/>
            <a:ext cx="4422175" cy="3845893"/>
          </a:xfrm>
        </p:spPr>
        <p:txBody>
          <a:bodyPr anchor="b"/>
          <a:lstStyle/>
          <a:p>
            <a:pPr lvl="0"/>
            <a:r>
              <a:rPr lang="en-US" sz="6000" b="1" cap="all" spc="1500">
                <a:ea typeface="Source Sans Pro SemiBold" pitchFamily="34"/>
              </a:rPr>
              <a:t>T-spins</a:t>
            </a:r>
          </a:p>
        </p:txBody>
      </p:sp>
      <p:grpSp>
        <p:nvGrpSpPr>
          <p:cNvPr id="12" name="Group 4164">
            <a:extLst>
              <a:ext uri="{FF2B5EF4-FFF2-40B4-BE49-F238E27FC236}">
                <a16:creationId xmlns:a16="http://schemas.microsoft.com/office/drawing/2014/main" id="{24C94581-1CA0-B7C8-1C07-F84FF54EE434}"/>
              </a:ext>
            </a:extLst>
          </p:cNvPr>
          <p:cNvGrpSpPr/>
          <p:nvPr/>
        </p:nvGrpSpPr>
        <p:grpSpPr>
          <a:xfrm>
            <a:off x="8610603" y="481486"/>
            <a:ext cx="932203" cy="932203"/>
            <a:chOff x="8610603" y="481486"/>
            <a:chExt cx="932203" cy="932203"/>
          </a:xfrm>
        </p:grpSpPr>
        <p:sp>
          <p:nvSpPr>
            <p:cNvPr id="13" name="Graphic 212">
              <a:extLst>
                <a:ext uri="{FF2B5EF4-FFF2-40B4-BE49-F238E27FC236}">
                  <a16:creationId xmlns:a16="http://schemas.microsoft.com/office/drawing/2014/main" id="{499CF25F-5D8B-E07D-7015-8EF16B517A23}"/>
                </a:ext>
              </a:extLst>
            </p:cNvPr>
            <p:cNvSpPr/>
            <p:nvPr/>
          </p:nvSpPr>
          <p:spPr>
            <a:xfrm>
              <a:off x="8610603" y="481486"/>
              <a:ext cx="932203" cy="9322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07148"/>
                <a:gd name="f7" fmla="val 403574"/>
                <a:gd name="f8" fmla="val 180689"/>
                <a:gd name="f9" fmla="val 626459"/>
                <a:gd name="f10" fmla="val 807149"/>
                <a:gd name="f11" fmla="val 667988"/>
                <a:gd name="f12" fmla="val 257556"/>
                <a:gd name="f13" fmla="val 139160"/>
                <a:gd name="f14" fmla="val 549593"/>
                <a:gd name="f15" fmla="+- 0 0 -90"/>
                <a:gd name="f16" fmla="*/ f3 1 807148"/>
                <a:gd name="f17" fmla="*/ f4 1 807148"/>
                <a:gd name="f18" fmla="val f5"/>
                <a:gd name="f19" fmla="val f6"/>
                <a:gd name="f20" fmla="*/ f15 f0 1"/>
                <a:gd name="f21" fmla="+- f19 0 f18"/>
                <a:gd name="f22" fmla="*/ f20 1 f2"/>
                <a:gd name="f23" fmla="*/ f21 1 807148"/>
                <a:gd name="f24" fmla="*/ 403574 f21 1"/>
                <a:gd name="f25" fmla="*/ 0 f21 1"/>
                <a:gd name="f26" fmla="*/ 807149 f21 1"/>
                <a:gd name="f27" fmla="*/ 667988 f21 1"/>
                <a:gd name="f28" fmla="*/ 139160 f21 1"/>
                <a:gd name="f29" fmla="+- f22 0 f1"/>
                <a:gd name="f30" fmla="*/ f24 1 807148"/>
                <a:gd name="f31" fmla="*/ f25 1 807148"/>
                <a:gd name="f32" fmla="*/ f26 1 807148"/>
                <a:gd name="f33" fmla="*/ f27 1 807148"/>
                <a:gd name="f34" fmla="*/ f28 1 807148"/>
                <a:gd name="f35" fmla="*/ f18 1 f23"/>
                <a:gd name="f36" fmla="*/ f19 1 f23"/>
                <a:gd name="f37" fmla="*/ f30 1 f23"/>
                <a:gd name="f38" fmla="*/ f31 1 f23"/>
                <a:gd name="f39" fmla="*/ f32 1 f23"/>
                <a:gd name="f40" fmla="*/ f33 1 f23"/>
                <a:gd name="f41" fmla="*/ f34 1 f23"/>
                <a:gd name="f42" fmla="*/ f35 f16 1"/>
                <a:gd name="f43" fmla="*/ f36 f16 1"/>
                <a:gd name="f44" fmla="*/ f36 f17 1"/>
                <a:gd name="f45" fmla="*/ f35 f17 1"/>
                <a:gd name="f46" fmla="*/ f37 f16 1"/>
                <a:gd name="f47" fmla="*/ f38 f17 1"/>
                <a:gd name="f48" fmla="*/ f38 f16 1"/>
                <a:gd name="f49" fmla="*/ f37 f17 1"/>
                <a:gd name="f50" fmla="*/ f39 f17 1"/>
                <a:gd name="f51" fmla="*/ f39 f16 1"/>
                <a:gd name="f52" fmla="*/ f40 f17 1"/>
                <a:gd name="f53" fmla="*/ f41 f16 1"/>
                <a:gd name="f54" fmla="*/ f41 f17 1"/>
                <a:gd name="f55" fmla="*/ f40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46" y="f47"/>
                </a:cxn>
                <a:cxn ang="f29">
                  <a:pos x="f48" y="f49"/>
                </a:cxn>
                <a:cxn ang="f29">
                  <a:pos x="f46" y="f50"/>
                </a:cxn>
                <a:cxn ang="f29">
                  <a:pos x="f51" y="f49"/>
                </a:cxn>
                <a:cxn ang="f29">
                  <a:pos x="f46" y="f47"/>
                </a:cxn>
                <a:cxn ang="f29">
                  <a:pos x="f46" y="f52"/>
                </a:cxn>
                <a:cxn ang="f29">
                  <a:pos x="f53" y="f49"/>
                </a:cxn>
                <a:cxn ang="f29">
                  <a:pos x="f46" y="f54"/>
                </a:cxn>
                <a:cxn ang="f29">
                  <a:pos x="f55" y="f49"/>
                </a:cxn>
                <a:cxn ang="f29">
                  <a:pos x="f46" y="f52"/>
                </a:cxn>
              </a:cxnLst>
              <a:rect l="f42" t="f45" r="f43" b="f44"/>
              <a:pathLst>
                <a:path w="807148" h="807148">
                  <a:moveTo>
                    <a:pt x="f7" y="f5"/>
                  </a:moveTo>
                  <a:cubicBezTo>
                    <a:pt x="f8" y="f5"/>
                    <a:pt x="f5" y="f8"/>
                    <a:pt x="f5" y="f7"/>
                  </a:cubicBezTo>
                  <a:cubicBezTo>
                    <a:pt x="f5" y="f9"/>
                    <a:pt x="f8" y="f10"/>
                    <a:pt x="f7" y="f10"/>
                  </a:cubicBezTo>
                  <a:cubicBezTo>
                    <a:pt x="f9" y="f10"/>
                    <a:pt x="f10" y="f9"/>
                    <a:pt x="f10" y="f7"/>
                  </a:cubicBezTo>
                  <a:cubicBezTo>
                    <a:pt x="f10" y="f8"/>
                    <a:pt x="f9" y="f5"/>
                    <a:pt x="f7" y="f5"/>
                  </a:cubicBezTo>
                  <a:close/>
                  <a:moveTo>
                    <a:pt x="f7" y="f11"/>
                  </a:moveTo>
                  <a:cubicBezTo>
                    <a:pt x="f12" y="f11"/>
                    <a:pt x="f13" y="f14"/>
                    <a:pt x="f13" y="f7"/>
                  </a:cubicBezTo>
                  <a:cubicBezTo>
                    <a:pt x="f13" y="f12"/>
                    <a:pt x="f12" y="f13"/>
                    <a:pt x="f7" y="f13"/>
                  </a:cubicBezTo>
                  <a:cubicBezTo>
                    <a:pt x="f14" y="f13"/>
                    <a:pt x="f11" y="f12"/>
                    <a:pt x="f11" y="f7"/>
                  </a:cubicBezTo>
                  <a:cubicBezTo>
                    <a:pt x="f11" y="f14"/>
                    <a:pt x="f14" y="f11"/>
                    <a:pt x="f7" y="f11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  <p:sp>
          <p:nvSpPr>
            <p:cNvPr id="14" name="Graphic 212">
              <a:extLst>
                <a:ext uri="{FF2B5EF4-FFF2-40B4-BE49-F238E27FC236}">
                  <a16:creationId xmlns:a16="http://schemas.microsoft.com/office/drawing/2014/main" id="{1AF7BB33-03A6-96C7-DD84-65547CB2A287}"/>
                </a:ext>
              </a:extLst>
            </p:cNvPr>
            <p:cNvSpPr/>
            <p:nvPr/>
          </p:nvSpPr>
          <p:spPr>
            <a:xfrm>
              <a:off x="8610603" y="481486"/>
              <a:ext cx="932203" cy="9322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07148"/>
                <a:gd name="f7" fmla="val 403574"/>
                <a:gd name="f8" fmla="val 180689"/>
                <a:gd name="f9" fmla="val 626459"/>
                <a:gd name="f10" fmla="val 807149"/>
                <a:gd name="f11" fmla="val 667988"/>
                <a:gd name="f12" fmla="val 257556"/>
                <a:gd name="f13" fmla="val 139160"/>
                <a:gd name="f14" fmla="val 549593"/>
                <a:gd name="f15" fmla="+- 0 0 -90"/>
                <a:gd name="f16" fmla="*/ f3 1 807148"/>
                <a:gd name="f17" fmla="*/ f4 1 807148"/>
                <a:gd name="f18" fmla="val f5"/>
                <a:gd name="f19" fmla="val f6"/>
                <a:gd name="f20" fmla="*/ f15 f0 1"/>
                <a:gd name="f21" fmla="+- f19 0 f18"/>
                <a:gd name="f22" fmla="*/ f20 1 f2"/>
                <a:gd name="f23" fmla="*/ f21 1 807148"/>
                <a:gd name="f24" fmla="*/ 403574 f21 1"/>
                <a:gd name="f25" fmla="*/ 0 f21 1"/>
                <a:gd name="f26" fmla="*/ 807149 f21 1"/>
                <a:gd name="f27" fmla="*/ 667988 f21 1"/>
                <a:gd name="f28" fmla="*/ 139160 f21 1"/>
                <a:gd name="f29" fmla="+- f22 0 f1"/>
                <a:gd name="f30" fmla="*/ f24 1 807148"/>
                <a:gd name="f31" fmla="*/ f25 1 807148"/>
                <a:gd name="f32" fmla="*/ f26 1 807148"/>
                <a:gd name="f33" fmla="*/ f27 1 807148"/>
                <a:gd name="f34" fmla="*/ f28 1 807148"/>
                <a:gd name="f35" fmla="*/ f18 1 f23"/>
                <a:gd name="f36" fmla="*/ f19 1 f23"/>
                <a:gd name="f37" fmla="*/ f30 1 f23"/>
                <a:gd name="f38" fmla="*/ f31 1 f23"/>
                <a:gd name="f39" fmla="*/ f32 1 f23"/>
                <a:gd name="f40" fmla="*/ f33 1 f23"/>
                <a:gd name="f41" fmla="*/ f34 1 f23"/>
                <a:gd name="f42" fmla="*/ f35 f16 1"/>
                <a:gd name="f43" fmla="*/ f36 f16 1"/>
                <a:gd name="f44" fmla="*/ f36 f17 1"/>
                <a:gd name="f45" fmla="*/ f35 f17 1"/>
                <a:gd name="f46" fmla="*/ f37 f16 1"/>
                <a:gd name="f47" fmla="*/ f38 f17 1"/>
                <a:gd name="f48" fmla="*/ f38 f16 1"/>
                <a:gd name="f49" fmla="*/ f37 f17 1"/>
                <a:gd name="f50" fmla="*/ f39 f17 1"/>
                <a:gd name="f51" fmla="*/ f39 f16 1"/>
                <a:gd name="f52" fmla="*/ f40 f17 1"/>
                <a:gd name="f53" fmla="*/ f41 f16 1"/>
                <a:gd name="f54" fmla="*/ f41 f17 1"/>
                <a:gd name="f55" fmla="*/ f40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46" y="f47"/>
                </a:cxn>
                <a:cxn ang="f29">
                  <a:pos x="f48" y="f49"/>
                </a:cxn>
                <a:cxn ang="f29">
                  <a:pos x="f46" y="f50"/>
                </a:cxn>
                <a:cxn ang="f29">
                  <a:pos x="f51" y="f49"/>
                </a:cxn>
                <a:cxn ang="f29">
                  <a:pos x="f46" y="f47"/>
                </a:cxn>
                <a:cxn ang="f29">
                  <a:pos x="f46" y="f52"/>
                </a:cxn>
                <a:cxn ang="f29">
                  <a:pos x="f53" y="f49"/>
                </a:cxn>
                <a:cxn ang="f29">
                  <a:pos x="f46" y="f54"/>
                </a:cxn>
                <a:cxn ang="f29">
                  <a:pos x="f55" y="f49"/>
                </a:cxn>
                <a:cxn ang="f29">
                  <a:pos x="f46" y="f52"/>
                </a:cxn>
              </a:cxnLst>
              <a:rect l="f42" t="f45" r="f43" b="f44"/>
              <a:pathLst>
                <a:path w="807148" h="807148">
                  <a:moveTo>
                    <a:pt x="f7" y="f5"/>
                  </a:moveTo>
                  <a:cubicBezTo>
                    <a:pt x="f8" y="f5"/>
                    <a:pt x="f5" y="f8"/>
                    <a:pt x="f5" y="f7"/>
                  </a:cubicBezTo>
                  <a:cubicBezTo>
                    <a:pt x="f5" y="f9"/>
                    <a:pt x="f8" y="f10"/>
                    <a:pt x="f7" y="f10"/>
                  </a:cubicBezTo>
                  <a:cubicBezTo>
                    <a:pt x="f9" y="f10"/>
                    <a:pt x="f10" y="f9"/>
                    <a:pt x="f10" y="f7"/>
                  </a:cubicBezTo>
                  <a:cubicBezTo>
                    <a:pt x="f10" y="f8"/>
                    <a:pt x="f9" y="f5"/>
                    <a:pt x="f7" y="f5"/>
                  </a:cubicBezTo>
                  <a:close/>
                  <a:moveTo>
                    <a:pt x="f7" y="f11"/>
                  </a:moveTo>
                  <a:cubicBezTo>
                    <a:pt x="f12" y="f11"/>
                    <a:pt x="f13" y="f14"/>
                    <a:pt x="f13" y="f7"/>
                  </a:cubicBezTo>
                  <a:cubicBezTo>
                    <a:pt x="f13" y="f12"/>
                    <a:pt x="f12" y="f13"/>
                    <a:pt x="f7" y="f13"/>
                  </a:cubicBezTo>
                  <a:cubicBezTo>
                    <a:pt x="f14" y="f13"/>
                    <a:pt x="f11" y="f12"/>
                    <a:pt x="f11" y="f7"/>
                  </a:cubicBezTo>
                  <a:cubicBezTo>
                    <a:pt x="f11" y="f14"/>
                    <a:pt x="f14" y="f11"/>
                    <a:pt x="f7" y="f11"/>
                  </a:cubicBezTo>
                  <a:close/>
                </a:path>
              </a:pathLst>
            </a:custGeom>
            <a:solidFill>
              <a:srgbClr val="21C46B">
                <a:alpha val="20000"/>
              </a:srgbClr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</p:grpSp>
      <p:grpSp>
        <p:nvGrpSpPr>
          <p:cNvPr id="15" name="Group 4168">
            <a:extLst>
              <a:ext uri="{FF2B5EF4-FFF2-40B4-BE49-F238E27FC236}">
                <a16:creationId xmlns:a16="http://schemas.microsoft.com/office/drawing/2014/main" id="{C40F1236-BEE1-51B6-0B91-227B9D214A0C}"/>
              </a:ext>
            </a:extLst>
          </p:cNvPr>
          <p:cNvGrpSpPr/>
          <p:nvPr/>
        </p:nvGrpSpPr>
        <p:grpSpPr>
          <a:xfrm>
            <a:off x="4362940" y="1898888"/>
            <a:ext cx="1598828" cy="531294"/>
            <a:chOff x="4362940" y="1898888"/>
            <a:chExt cx="1598828" cy="531294"/>
          </a:xfrm>
        </p:grpSpPr>
        <p:grpSp>
          <p:nvGrpSpPr>
            <p:cNvPr id="16" name="Graphic 190">
              <a:extLst>
                <a:ext uri="{FF2B5EF4-FFF2-40B4-BE49-F238E27FC236}">
                  <a16:creationId xmlns:a16="http://schemas.microsoft.com/office/drawing/2014/main" id="{8341A1F6-A1EA-AC4C-D7E5-D8B73E9EC29C}"/>
                </a:ext>
              </a:extLst>
            </p:cNvPr>
            <p:cNvGrpSpPr/>
            <p:nvPr/>
          </p:nvGrpSpPr>
          <p:grpSpPr>
            <a:xfrm>
              <a:off x="4362940" y="1898888"/>
              <a:ext cx="1598828" cy="531294"/>
              <a:chOff x="4362940" y="1898888"/>
              <a:chExt cx="1598828" cy="531294"/>
            </a:xfrm>
          </p:grpSpPr>
          <p:sp>
            <p:nvSpPr>
              <p:cNvPr id="17" name="Freeform: Shape 4173">
                <a:extLst>
                  <a:ext uri="{FF2B5EF4-FFF2-40B4-BE49-F238E27FC236}">
                    <a16:creationId xmlns:a16="http://schemas.microsoft.com/office/drawing/2014/main" id="{0C6EFAD8-133F-0E0A-271E-AE260FB66D49}"/>
                  </a:ext>
                </a:extLst>
              </p:cNvPr>
              <p:cNvSpPr/>
              <p:nvPr/>
            </p:nvSpPr>
            <p:spPr>
              <a:xfrm>
                <a:off x="4362940" y="2257242"/>
                <a:ext cx="1598618" cy="17294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598614"/>
                  <a:gd name="f7" fmla="val 172939"/>
                  <a:gd name="f8" fmla="val 1248648"/>
                  <a:gd name="f9" fmla="val 1194229"/>
                  <a:gd name="f10" fmla="val 1146046"/>
                  <a:gd name="f11" fmla="val 142180"/>
                  <a:gd name="f12" fmla="val 1123031"/>
                  <a:gd name="f13" fmla="val 92708"/>
                  <a:gd name="f14" fmla="val 1104962"/>
                  <a:gd name="f15" fmla="val 53775"/>
                  <a:gd name="f16" fmla="val 1067105"/>
                  <a:gd name="f17" fmla="val 29469"/>
                  <a:gd name="f18" fmla="val 1024085"/>
                  <a:gd name="f19" fmla="val 981066"/>
                  <a:gd name="f20" fmla="val 943208"/>
                  <a:gd name="f21" fmla="val 925140"/>
                  <a:gd name="f22" fmla="val 902124"/>
                  <a:gd name="f23" fmla="val 853942"/>
                  <a:gd name="f24" fmla="val 799522"/>
                  <a:gd name="f25" fmla="val 744887"/>
                  <a:gd name="f26" fmla="val 696920"/>
                  <a:gd name="f27" fmla="val 673905"/>
                  <a:gd name="f28" fmla="val 655836"/>
                  <a:gd name="f29" fmla="val 617979"/>
                  <a:gd name="f30" fmla="val 574959"/>
                  <a:gd name="f31" fmla="val 531939"/>
                  <a:gd name="f32" fmla="val 494082"/>
                  <a:gd name="f33" fmla="val 476014"/>
                  <a:gd name="f34" fmla="val 452998"/>
                  <a:gd name="f35" fmla="val 405031"/>
                  <a:gd name="f36" fmla="val 350396"/>
                  <a:gd name="f37" fmla="val 295976"/>
                  <a:gd name="f38" fmla="val 247794"/>
                  <a:gd name="f39" fmla="val 224778"/>
                  <a:gd name="f40" fmla="val 206710"/>
                  <a:gd name="f41" fmla="val 168853"/>
                  <a:gd name="f42" fmla="val 125833"/>
                  <a:gd name="f43" fmla="val 82813"/>
                  <a:gd name="f44" fmla="val 44956"/>
                  <a:gd name="f45" fmla="val 26887"/>
                  <a:gd name="f46" fmla="val 80232"/>
                  <a:gd name="f47" fmla="val 23016"/>
                  <a:gd name="f48" fmla="val 30759"/>
                  <a:gd name="f49" fmla="val 70983"/>
                  <a:gd name="f50" fmla="val 125618"/>
                  <a:gd name="f51" fmla="val 180253"/>
                  <a:gd name="f52" fmla="val 228220"/>
                  <a:gd name="f53" fmla="val 251235"/>
                  <a:gd name="f54" fmla="val 269304"/>
                  <a:gd name="f55" fmla="val 119165"/>
                  <a:gd name="f56" fmla="val 307376"/>
                  <a:gd name="f57" fmla="val 143471"/>
                  <a:gd name="f58" fmla="val 350181"/>
                  <a:gd name="f59" fmla="val 393201"/>
                  <a:gd name="f60" fmla="val 431058"/>
                  <a:gd name="f61" fmla="val 449126"/>
                  <a:gd name="f62" fmla="val 472142"/>
                  <a:gd name="f63" fmla="val 520324"/>
                  <a:gd name="f64" fmla="val 574744"/>
                  <a:gd name="f65" fmla="val 629164"/>
                  <a:gd name="f66" fmla="val 677346"/>
                  <a:gd name="f67" fmla="val 700362"/>
                  <a:gd name="f68" fmla="val 718430"/>
                  <a:gd name="f69" fmla="val 756287"/>
                  <a:gd name="f70" fmla="val 799307"/>
                  <a:gd name="f71" fmla="val 842327"/>
                  <a:gd name="f72" fmla="val 880184"/>
                  <a:gd name="f73" fmla="val 898253"/>
                  <a:gd name="f74" fmla="val 921268"/>
                  <a:gd name="f75" fmla="val 969235"/>
                  <a:gd name="f76" fmla="val 1023870"/>
                  <a:gd name="f77" fmla="val 1078505"/>
                  <a:gd name="f78" fmla="val 1126472"/>
                  <a:gd name="f79" fmla="val 1149488"/>
                  <a:gd name="f80" fmla="val 1167556"/>
                  <a:gd name="f81" fmla="val 1205414"/>
                  <a:gd name="f82" fmla="val 1248433"/>
                  <a:gd name="f83" fmla="val 1291453"/>
                  <a:gd name="f84" fmla="val 1329311"/>
                  <a:gd name="f85" fmla="val 1347379"/>
                  <a:gd name="f86" fmla="val 1370394"/>
                  <a:gd name="f87" fmla="val 1418361"/>
                  <a:gd name="f88" fmla="val 1472997"/>
                  <a:gd name="f89" fmla="val 1527632"/>
                  <a:gd name="f90" fmla="val 1575814"/>
                  <a:gd name="f91" fmla="val 1571942"/>
                  <a:gd name="f92" fmla="val 1553874"/>
                  <a:gd name="f93" fmla="val 1515801"/>
                  <a:gd name="f94" fmla="val 1429977"/>
                  <a:gd name="f95" fmla="val 1392119"/>
                  <a:gd name="f96" fmla="val 1374051"/>
                  <a:gd name="f97" fmla="val 1351251"/>
                  <a:gd name="f98" fmla="val 1303069"/>
                  <a:gd name="f99" fmla="+- 0 0 -90"/>
                  <a:gd name="f100" fmla="*/ f3 1 1598614"/>
                  <a:gd name="f101" fmla="*/ f4 1 172939"/>
                  <a:gd name="f102" fmla="val f5"/>
                  <a:gd name="f103" fmla="val f6"/>
                  <a:gd name="f104" fmla="val f7"/>
                  <a:gd name="f105" fmla="*/ f99 f0 1"/>
                  <a:gd name="f106" fmla="+- f104 0 f102"/>
                  <a:gd name="f107" fmla="+- f103 0 f102"/>
                  <a:gd name="f108" fmla="*/ f105 1 f2"/>
                  <a:gd name="f109" fmla="*/ f107 1 1598614"/>
                  <a:gd name="f110" fmla="*/ f106 1 172939"/>
                  <a:gd name="f111" fmla="*/ 1248648 f107 1"/>
                  <a:gd name="f112" fmla="*/ 172939 f106 1"/>
                  <a:gd name="f113" fmla="*/ 1123031 f107 1"/>
                  <a:gd name="f114" fmla="*/ 92708 f106 1"/>
                  <a:gd name="f115" fmla="*/ 1024085 f107 1"/>
                  <a:gd name="f116" fmla="*/ 29469 f106 1"/>
                  <a:gd name="f117" fmla="*/ 925140 f107 1"/>
                  <a:gd name="f118" fmla="*/ 799522 f107 1"/>
                  <a:gd name="f119" fmla="*/ 673905 f107 1"/>
                  <a:gd name="f120" fmla="*/ 574959 f107 1"/>
                  <a:gd name="f121" fmla="*/ 476014 f107 1"/>
                  <a:gd name="f122" fmla="*/ 350396 f107 1"/>
                  <a:gd name="f123" fmla="*/ 224778 f107 1"/>
                  <a:gd name="f124" fmla="*/ 125833 f107 1"/>
                  <a:gd name="f125" fmla="*/ 26887 f107 1"/>
                  <a:gd name="f126" fmla="*/ 0 f107 1"/>
                  <a:gd name="f127" fmla="*/ 80232 f106 1"/>
                  <a:gd name="f128" fmla="*/ 125618 f107 1"/>
                  <a:gd name="f129" fmla="*/ 0 f106 1"/>
                  <a:gd name="f130" fmla="*/ 251235 f107 1"/>
                  <a:gd name="f131" fmla="*/ 350181 f107 1"/>
                  <a:gd name="f132" fmla="*/ 143471 f106 1"/>
                  <a:gd name="f133" fmla="*/ 449126 f107 1"/>
                  <a:gd name="f134" fmla="*/ 574744 f107 1"/>
                  <a:gd name="f135" fmla="*/ 700362 f107 1"/>
                  <a:gd name="f136" fmla="*/ 799307 f107 1"/>
                  <a:gd name="f137" fmla="*/ 898253 f107 1"/>
                  <a:gd name="f138" fmla="*/ 1023870 f107 1"/>
                  <a:gd name="f139" fmla="*/ 1149488 f107 1"/>
                  <a:gd name="f140" fmla="*/ 1248433 f107 1"/>
                  <a:gd name="f141" fmla="*/ 1347379 f107 1"/>
                  <a:gd name="f142" fmla="*/ 1472997 f107 1"/>
                  <a:gd name="f143" fmla="*/ 1598614 f107 1"/>
                  <a:gd name="f144" fmla="*/ 1571942 f107 1"/>
                  <a:gd name="f145" fmla="*/ 1374051 f107 1"/>
                  <a:gd name="f146" fmla="+- f108 0 f1"/>
                  <a:gd name="f147" fmla="*/ f111 1 1598614"/>
                  <a:gd name="f148" fmla="*/ f112 1 172939"/>
                  <a:gd name="f149" fmla="*/ f113 1 1598614"/>
                  <a:gd name="f150" fmla="*/ f114 1 172939"/>
                  <a:gd name="f151" fmla="*/ f115 1 1598614"/>
                  <a:gd name="f152" fmla="*/ f116 1 172939"/>
                  <a:gd name="f153" fmla="*/ f117 1 1598614"/>
                  <a:gd name="f154" fmla="*/ f118 1 1598614"/>
                  <a:gd name="f155" fmla="*/ f119 1 1598614"/>
                  <a:gd name="f156" fmla="*/ f120 1 1598614"/>
                  <a:gd name="f157" fmla="*/ f121 1 1598614"/>
                  <a:gd name="f158" fmla="*/ f122 1 1598614"/>
                  <a:gd name="f159" fmla="*/ f123 1 1598614"/>
                  <a:gd name="f160" fmla="*/ f124 1 1598614"/>
                  <a:gd name="f161" fmla="*/ f125 1 1598614"/>
                  <a:gd name="f162" fmla="*/ f126 1 1598614"/>
                  <a:gd name="f163" fmla="*/ f127 1 172939"/>
                  <a:gd name="f164" fmla="*/ f128 1 1598614"/>
                  <a:gd name="f165" fmla="*/ f129 1 172939"/>
                  <a:gd name="f166" fmla="*/ f130 1 1598614"/>
                  <a:gd name="f167" fmla="*/ f131 1 1598614"/>
                  <a:gd name="f168" fmla="*/ f132 1 172939"/>
                  <a:gd name="f169" fmla="*/ f133 1 1598614"/>
                  <a:gd name="f170" fmla="*/ f134 1 1598614"/>
                  <a:gd name="f171" fmla="*/ f135 1 1598614"/>
                  <a:gd name="f172" fmla="*/ f136 1 1598614"/>
                  <a:gd name="f173" fmla="*/ f137 1 1598614"/>
                  <a:gd name="f174" fmla="*/ f138 1 1598614"/>
                  <a:gd name="f175" fmla="*/ f139 1 1598614"/>
                  <a:gd name="f176" fmla="*/ f140 1 1598614"/>
                  <a:gd name="f177" fmla="*/ f141 1 1598614"/>
                  <a:gd name="f178" fmla="*/ f142 1 1598614"/>
                  <a:gd name="f179" fmla="*/ f143 1 1598614"/>
                  <a:gd name="f180" fmla="*/ f144 1 1598614"/>
                  <a:gd name="f181" fmla="*/ f145 1 1598614"/>
                  <a:gd name="f182" fmla="*/ f102 1 f109"/>
                  <a:gd name="f183" fmla="*/ f103 1 f109"/>
                  <a:gd name="f184" fmla="*/ f102 1 f110"/>
                  <a:gd name="f185" fmla="*/ f104 1 f110"/>
                  <a:gd name="f186" fmla="*/ f147 1 f109"/>
                  <a:gd name="f187" fmla="*/ f148 1 f110"/>
                  <a:gd name="f188" fmla="*/ f149 1 f109"/>
                  <a:gd name="f189" fmla="*/ f150 1 f110"/>
                  <a:gd name="f190" fmla="*/ f151 1 f109"/>
                  <a:gd name="f191" fmla="*/ f152 1 f110"/>
                  <a:gd name="f192" fmla="*/ f153 1 f109"/>
                  <a:gd name="f193" fmla="*/ f154 1 f109"/>
                  <a:gd name="f194" fmla="*/ f155 1 f109"/>
                  <a:gd name="f195" fmla="*/ f156 1 f109"/>
                  <a:gd name="f196" fmla="*/ f157 1 f109"/>
                  <a:gd name="f197" fmla="*/ f158 1 f109"/>
                  <a:gd name="f198" fmla="*/ f159 1 f109"/>
                  <a:gd name="f199" fmla="*/ f160 1 f109"/>
                  <a:gd name="f200" fmla="*/ f161 1 f109"/>
                  <a:gd name="f201" fmla="*/ f162 1 f109"/>
                  <a:gd name="f202" fmla="*/ f163 1 f110"/>
                  <a:gd name="f203" fmla="*/ f164 1 f109"/>
                  <a:gd name="f204" fmla="*/ f165 1 f110"/>
                  <a:gd name="f205" fmla="*/ f166 1 f109"/>
                  <a:gd name="f206" fmla="*/ f167 1 f109"/>
                  <a:gd name="f207" fmla="*/ f168 1 f110"/>
                  <a:gd name="f208" fmla="*/ f169 1 f109"/>
                  <a:gd name="f209" fmla="*/ f170 1 f109"/>
                  <a:gd name="f210" fmla="*/ f171 1 f109"/>
                  <a:gd name="f211" fmla="*/ f172 1 f109"/>
                  <a:gd name="f212" fmla="*/ f173 1 f109"/>
                  <a:gd name="f213" fmla="*/ f174 1 f109"/>
                  <a:gd name="f214" fmla="*/ f175 1 f109"/>
                  <a:gd name="f215" fmla="*/ f176 1 f109"/>
                  <a:gd name="f216" fmla="*/ f177 1 f109"/>
                  <a:gd name="f217" fmla="*/ f178 1 f109"/>
                  <a:gd name="f218" fmla="*/ f179 1 f109"/>
                  <a:gd name="f219" fmla="*/ f180 1 f109"/>
                  <a:gd name="f220" fmla="*/ f181 1 f109"/>
                  <a:gd name="f221" fmla="*/ f182 f100 1"/>
                  <a:gd name="f222" fmla="*/ f183 f100 1"/>
                  <a:gd name="f223" fmla="*/ f185 f101 1"/>
                  <a:gd name="f224" fmla="*/ f184 f101 1"/>
                  <a:gd name="f225" fmla="*/ f186 f100 1"/>
                  <a:gd name="f226" fmla="*/ f187 f101 1"/>
                  <a:gd name="f227" fmla="*/ f188 f100 1"/>
                  <a:gd name="f228" fmla="*/ f189 f101 1"/>
                  <a:gd name="f229" fmla="*/ f190 f100 1"/>
                  <a:gd name="f230" fmla="*/ f191 f101 1"/>
                  <a:gd name="f231" fmla="*/ f192 f100 1"/>
                  <a:gd name="f232" fmla="*/ f193 f100 1"/>
                  <a:gd name="f233" fmla="*/ f194 f100 1"/>
                  <a:gd name="f234" fmla="*/ f195 f100 1"/>
                  <a:gd name="f235" fmla="*/ f196 f100 1"/>
                  <a:gd name="f236" fmla="*/ f197 f100 1"/>
                  <a:gd name="f237" fmla="*/ f198 f100 1"/>
                  <a:gd name="f238" fmla="*/ f199 f100 1"/>
                  <a:gd name="f239" fmla="*/ f200 f100 1"/>
                  <a:gd name="f240" fmla="*/ f201 f100 1"/>
                  <a:gd name="f241" fmla="*/ f202 f101 1"/>
                  <a:gd name="f242" fmla="*/ f203 f100 1"/>
                  <a:gd name="f243" fmla="*/ f204 f101 1"/>
                  <a:gd name="f244" fmla="*/ f205 f100 1"/>
                  <a:gd name="f245" fmla="*/ f206 f100 1"/>
                  <a:gd name="f246" fmla="*/ f207 f101 1"/>
                  <a:gd name="f247" fmla="*/ f208 f100 1"/>
                  <a:gd name="f248" fmla="*/ f209 f100 1"/>
                  <a:gd name="f249" fmla="*/ f210 f100 1"/>
                  <a:gd name="f250" fmla="*/ f211 f100 1"/>
                  <a:gd name="f251" fmla="*/ f212 f100 1"/>
                  <a:gd name="f252" fmla="*/ f213 f100 1"/>
                  <a:gd name="f253" fmla="*/ f214 f100 1"/>
                  <a:gd name="f254" fmla="*/ f215 f100 1"/>
                  <a:gd name="f255" fmla="*/ f216 f100 1"/>
                  <a:gd name="f256" fmla="*/ f217 f100 1"/>
                  <a:gd name="f257" fmla="*/ f218 f100 1"/>
                  <a:gd name="f258" fmla="*/ f219 f100 1"/>
                  <a:gd name="f259" fmla="*/ f220 f10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46">
                    <a:pos x="f225" y="f226"/>
                  </a:cxn>
                  <a:cxn ang="f146">
                    <a:pos x="f227" y="f228"/>
                  </a:cxn>
                  <a:cxn ang="f146">
                    <a:pos x="f229" y="f230"/>
                  </a:cxn>
                  <a:cxn ang="f146">
                    <a:pos x="f231" y="f228"/>
                  </a:cxn>
                  <a:cxn ang="f146">
                    <a:pos x="f232" y="f226"/>
                  </a:cxn>
                  <a:cxn ang="f146">
                    <a:pos x="f232" y="f226"/>
                  </a:cxn>
                  <a:cxn ang="f146">
                    <a:pos x="f233" y="f228"/>
                  </a:cxn>
                  <a:cxn ang="f146">
                    <a:pos x="f234" y="f230"/>
                  </a:cxn>
                  <a:cxn ang="f146">
                    <a:pos x="f235" y="f228"/>
                  </a:cxn>
                  <a:cxn ang="f146">
                    <a:pos x="f236" y="f226"/>
                  </a:cxn>
                  <a:cxn ang="f146">
                    <a:pos x="f237" y="f228"/>
                  </a:cxn>
                  <a:cxn ang="f146">
                    <a:pos x="f238" y="f230"/>
                  </a:cxn>
                  <a:cxn ang="f146">
                    <a:pos x="f239" y="f228"/>
                  </a:cxn>
                  <a:cxn ang="f146">
                    <a:pos x="f240" y="f241"/>
                  </a:cxn>
                  <a:cxn ang="f146">
                    <a:pos x="f242" y="f243"/>
                  </a:cxn>
                  <a:cxn ang="f146">
                    <a:pos x="f244" y="f241"/>
                  </a:cxn>
                  <a:cxn ang="f146">
                    <a:pos x="f245" y="f246"/>
                  </a:cxn>
                  <a:cxn ang="f146">
                    <a:pos x="f247" y="f241"/>
                  </a:cxn>
                  <a:cxn ang="f146">
                    <a:pos x="f248" y="f243"/>
                  </a:cxn>
                  <a:cxn ang="f146">
                    <a:pos x="f249" y="f241"/>
                  </a:cxn>
                  <a:cxn ang="f146">
                    <a:pos x="f250" y="f246"/>
                  </a:cxn>
                  <a:cxn ang="f146">
                    <a:pos x="f250" y="f246"/>
                  </a:cxn>
                  <a:cxn ang="f146">
                    <a:pos x="f251" y="f241"/>
                  </a:cxn>
                  <a:cxn ang="f146">
                    <a:pos x="f252" y="f243"/>
                  </a:cxn>
                  <a:cxn ang="f146">
                    <a:pos x="f253" y="f241"/>
                  </a:cxn>
                  <a:cxn ang="f146">
                    <a:pos x="f254" y="f246"/>
                  </a:cxn>
                  <a:cxn ang="f146">
                    <a:pos x="f255" y="f241"/>
                  </a:cxn>
                  <a:cxn ang="f146">
                    <a:pos x="f256" y="f243"/>
                  </a:cxn>
                  <a:cxn ang="f146">
                    <a:pos x="f257" y="f241"/>
                  </a:cxn>
                  <a:cxn ang="f146">
                    <a:pos x="f258" y="f228"/>
                  </a:cxn>
                  <a:cxn ang="f146">
                    <a:pos x="f256" y="f230"/>
                  </a:cxn>
                  <a:cxn ang="f146">
                    <a:pos x="f259" y="f228"/>
                  </a:cxn>
                  <a:cxn ang="f146">
                    <a:pos x="f225" y="f226"/>
                  </a:cxn>
                </a:cxnLst>
                <a:rect l="f221" t="f224" r="f222" b="f223"/>
                <a:pathLst>
                  <a:path w="1598614" h="172939">
                    <a:moveTo>
                      <a:pt x="f8" y="f7"/>
                    </a:moveTo>
                    <a:cubicBezTo>
                      <a:pt x="f9" y="f7"/>
                      <a:pt x="f10" y="f11"/>
                      <a:pt x="f12" y="f13"/>
                    </a:cubicBezTo>
                    <a:cubicBezTo>
                      <a:pt x="f14" y="f15"/>
                      <a:pt x="f16" y="f17"/>
                      <a:pt x="f18" y="f17"/>
                    </a:cubicBezTo>
                    <a:cubicBezTo>
                      <a:pt x="f19" y="f17"/>
                      <a:pt x="f20" y="f15"/>
                      <a:pt x="f21" y="f13"/>
                    </a:cubicBezTo>
                    <a:cubicBezTo>
                      <a:pt x="f22" y="f11"/>
                      <a:pt x="f23" y="f7"/>
                      <a:pt x="f24" y="f7"/>
                    </a:cubicBezTo>
                    <a:cubicBezTo>
                      <a:pt x="f24" y="f7"/>
                      <a:pt x="f24" y="f7"/>
                      <a:pt x="f24" y="f7"/>
                    </a:cubicBezTo>
                    <a:cubicBezTo>
                      <a:pt x="f25" y="f7"/>
                      <a:pt x="f26" y="f11"/>
                      <a:pt x="f27" y="f13"/>
                    </a:cubicBezTo>
                    <a:cubicBezTo>
                      <a:pt x="f28" y="f15"/>
                      <a:pt x="f29" y="f17"/>
                      <a:pt x="f30" y="f17"/>
                    </a:cubicBezTo>
                    <a:cubicBezTo>
                      <a:pt x="f31" y="f17"/>
                      <a:pt x="f32" y="f15"/>
                      <a:pt x="f33" y="f13"/>
                    </a:cubicBezTo>
                    <a:cubicBezTo>
                      <a:pt x="f34" y="f11"/>
                      <a:pt x="f35" y="f7"/>
                      <a:pt x="f36" y="f7"/>
                    </a:cubicBezTo>
                    <a:cubicBezTo>
                      <a:pt x="f37" y="f7"/>
                      <a:pt x="f38" y="f11"/>
                      <a:pt x="f39" y="f13"/>
                    </a:cubicBezTo>
                    <a:cubicBezTo>
                      <a:pt x="f40" y="f15"/>
                      <a:pt x="f41" y="f17"/>
                      <a:pt x="f42" y="f17"/>
                    </a:cubicBezTo>
                    <a:cubicBezTo>
                      <a:pt x="f43" y="f17"/>
                      <a:pt x="f44" y="f15"/>
                      <a:pt x="f45" y="f13"/>
                    </a:cubicBezTo>
                    <a:lnTo>
                      <a:pt x="f5" y="f46"/>
                    </a:lnTo>
                    <a:cubicBezTo>
                      <a:pt x="f47" y="f48"/>
                      <a:pt x="f49" y="f5"/>
                      <a:pt x="f50" y="f5"/>
                    </a:cubicBezTo>
                    <a:cubicBezTo>
                      <a:pt x="f51" y="f5"/>
                      <a:pt x="f52" y="f48"/>
                      <a:pt x="f53" y="f46"/>
                    </a:cubicBezTo>
                    <a:cubicBezTo>
                      <a:pt x="f54" y="f55"/>
                      <a:pt x="f56" y="f57"/>
                      <a:pt x="f58" y="f57"/>
                    </a:cubicBezTo>
                    <a:cubicBezTo>
                      <a:pt x="f59" y="f57"/>
                      <a:pt x="f60" y="f55"/>
                      <a:pt x="f61" y="f46"/>
                    </a:cubicBezTo>
                    <a:cubicBezTo>
                      <a:pt x="f62" y="f48"/>
                      <a:pt x="f63" y="f5"/>
                      <a:pt x="f64" y="f5"/>
                    </a:cubicBezTo>
                    <a:cubicBezTo>
                      <a:pt x="f65" y="f5"/>
                      <a:pt x="f66" y="f48"/>
                      <a:pt x="f67" y="f46"/>
                    </a:cubicBezTo>
                    <a:cubicBezTo>
                      <a:pt x="f68" y="f55"/>
                      <a:pt x="f69" y="f57"/>
                      <a:pt x="f70" y="f57"/>
                    </a:cubicBezTo>
                    <a:lnTo>
                      <a:pt x="f70" y="f57"/>
                    </a:lnTo>
                    <a:cubicBezTo>
                      <a:pt x="f71" y="f57"/>
                      <a:pt x="f72" y="f55"/>
                      <a:pt x="f73" y="f46"/>
                    </a:cubicBezTo>
                    <a:cubicBezTo>
                      <a:pt x="f74" y="f48"/>
                      <a:pt x="f75" y="f5"/>
                      <a:pt x="f76" y="f5"/>
                    </a:cubicBezTo>
                    <a:cubicBezTo>
                      <a:pt x="f77" y="f5"/>
                      <a:pt x="f78" y="f48"/>
                      <a:pt x="f79" y="f46"/>
                    </a:cubicBezTo>
                    <a:cubicBezTo>
                      <a:pt x="f80" y="f55"/>
                      <a:pt x="f81" y="f57"/>
                      <a:pt x="f82" y="f57"/>
                    </a:cubicBezTo>
                    <a:cubicBezTo>
                      <a:pt x="f83" y="f57"/>
                      <a:pt x="f84" y="f55"/>
                      <a:pt x="f85" y="f46"/>
                    </a:cubicBezTo>
                    <a:cubicBezTo>
                      <a:pt x="f86" y="f48"/>
                      <a:pt x="f87" y="f5"/>
                      <a:pt x="f88" y="f5"/>
                    </a:cubicBezTo>
                    <a:cubicBezTo>
                      <a:pt x="f89" y="f5"/>
                      <a:pt x="f90" y="f48"/>
                      <a:pt x="f6" y="f46"/>
                    </a:cubicBezTo>
                    <a:lnTo>
                      <a:pt x="f91" y="f13"/>
                    </a:lnTo>
                    <a:cubicBezTo>
                      <a:pt x="f92" y="f15"/>
                      <a:pt x="f93" y="f17"/>
                      <a:pt x="f88" y="f17"/>
                    </a:cubicBezTo>
                    <a:cubicBezTo>
                      <a:pt x="f94" y="f17"/>
                      <a:pt x="f95" y="f15"/>
                      <a:pt x="f96" y="f13"/>
                    </a:cubicBezTo>
                    <a:cubicBezTo>
                      <a:pt x="f97" y="f11"/>
                      <a:pt x="f98" y="f7"/>
                      <a:pt x="f8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" name="Freeform: Shape 4174">
                <a:extLst>
                  <a:ext uri="{FF2B5EF4-FFF2-40B4-BE49-F238E27FC236}">
                    <a16:creationId xmlns:a16="http://schemas.microsoft.com/office/drawing/2014/main" id="{C3573DB9-7DF7-05D8-4917-1F8F8A9F7789}"/>
                  </a:ext>
                </a:extLst>
              </p:cNvPr>
              <p:cNvSpPr/>
              <p:nvPr/>
            </p:nvSpPr>
            <p:spPr>
              <a:xfrm>
                <a:off x="4362940" y="1898888"/>
                <a:ext cx="1598828" cy="17272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598829"/>
                  <a:gd name="f7" fmla="val 172724"/>
                  <a:gd name="f8" fmla="val 1248648"/>
                  <a:gd name="f9" fmla="val 1194229"/>
                  <a:gd name="f10" fmla="val 1146046"/>
                  <a:gd name="f11" fmla="val 141965"/>
                  <a:gd name="f12" fmla="val 1123031"/>
                  <a:gd name="f13" fmla="val 92492"/>
                  <a:gd name="f14" fmla="val 1104962"/>
                  <a:gd name="f15" fmla="val 53560"/>
                  <a:gd name="f16" fmla="val 1067105"/>
                  <a:gd name="f17" fmla="val 29253"/>
                  <a:gd name="f18" fmla="val 1024085"/>
                  <a:gd name="f19" fmla="val 981066"/>
                  <a:gd name="f20" fmla="val 943208"/>
                  <a:gd name="f21" fmla="val 925140"/>
                  <a:gd name="f22" fmla="val 902124"/>
                  <a:gd name="f23" fmla="val 853942"/>
                  <a:gd name="f24" fmla="val 799522"/>
                  <a:gd name="f25" fmla="val 744887"/>
                  <a:gd name="f26" fmla="val 696920"/>
                  <a:gd name="f27" fmla="val 673905"/>
                  <a:gd name="f28" fmla="val 655836"/>
                  <a:gd name="f29" fmla="val 617979"/>
                  <a:gd name="f30" fmla="val 574959"/>
                  <a:gd name="f31" fmla="val 531939"/>
                  <a:gd name="f32" fmla="val 494082"/>
                  <a:gd name="f33" fmla="val 476014"/>
                  <a:gd name="f34" fmla="val 452998"/>
                  <a:gd name="f35" fmla="val 405031"/>
                  <a:gd name="f36" fmla="val 350396"/>
                  <a:gd name="f37" fmla="val 295976"/>
                  <a:gd name="f38" fmla="val 247794"/>
                  <a:gd name="f39" fmla="val 224778"/>
                  <a:gd name="f40" fmla="val 206710"/>
                  <a:gd name="f41" fmla="val 168853"/>
                  <a:gd name="f42" fmla="val 125833"/>
                  <a:gd name="f43" fmla="val 82813"/>
                  <a:gd name="f44" fmla="val 44956"/>
                  <a:gd name="f45" fmla="val 26887"/>
                  <a:gd name="f46" fmla="val 80232"/>
                  <a:gd name="f47" fmla="val 23016"/>
                  <a:gd name="f48" fmla="val 30759"/>
                  <a:gd name="f49" fmla="val 70983"/>
                  <a:gd name="f50" fmla="val 125618"/>
                  <a:gd name="f51" fmla="val 180253"/>
                  <a:gd name="f52" fmla="val 228220"/>
                  <a:gd name="f53" fmla="val 251235"/>
                  <a:gd name="f54" fmla="val 269304"/>
                  <a:gd name="f55" fmla="val 119165"/>
                  <a:gd name="f56" fmla="val 307376"/>
                  <a:gd name="f57" fmla="val 143471"/>
                  <a:gd name="f58" fmla="val 350181"/>
                  <a:gd name="f59" fmla="val 393201"/>
                  <a:gd name="f60" fmla="val 431058"/>
                  <a:gd name="f61" fmla="val 449126"/>
                  <a:gd name="f62" fmla="val 472142"/>
                  <a:gd name="f63" fmla="val 520324"/>
                  <a:gd name="f64" fmla="val 574744"/>
                  <a:gd name="f65" fmla="val 629164"/>
                  <a:gd name="f66" fmla="val 677346"/>
                  <a:gd name="f67" fmla="val 700362"/>
                  <a:gd name="f68" fmla="val 718430"/>
                  <a:gd name="f69" fmla="val 756287"/>
                  <a:gd name="f70" fmla="val 799307"/>
                  <a:gd name="f71" fmla="val 842327"/>
                  <a:gd name="f72" fmla="val 880184"/>
                  <a:gd name="f73" fmla="val 898253"/>
                  <a:gd name="f74" fmla="val 921483"/>
                  <a:gd name="f75" fmla="val 969450"/>
                  <a:gd name="f76" fmla="val 1078720"/>
                  <a:gd name="f77" fmla="val 1126688"/>
                  <a:gd name="f78" fmla="val 1149703"/>
                  <a:gd name="f79" fmla="val 1167771"/>
                  <a:gd name="f80" fmla="val 1205629"/>
                  <a:gd name="f81" fmla="val 1291668"/>
                  <a:gd name="f82" fmla="val 1329526"/>
                  <a:gd name="f83" fmla="val 1347594"/>
                  <a:gd name="f84" fmla="val 1370610"/>
                  <a:gd name="f85" fmla="val 1418792"/>
                  <a:gd name="f86" fmla="val 1473212"/>
                  <a:gd name="f87" fmla="val 1527847"/>
                  <a:gd name="f88" fmla="val 1576029"/>
                  <a:gd name="f89" fmla="val 1572157"/>
                  <a:gd name="f90" fmla="val 1554089"/>
                  <a:gd name="f91" fmla="val 1516016"/>
                  <a:gd name="f92" fmla="val 1430192"/>
                  <a:gd name="f93" fmla="val 1392335"/>
                  <a:gd name="f94" fmla="val 1374266"/>
                  <a:gd name="f95" fmla="val 1351251"/>
                  <a:gd name="f96" fmla="val 1303069"/>
                  <a:gd name="f97" fmla="+- 0 0 -90"/>
                  <a:gd name="f98" fmla="*/ f3 1 1598829"/>
                  <a:gd name="f99" fmla="*/ f4 1 172724"/>
                  <a:gd name="f100" fmla="val f5"/>
                  <a:gd name="f101" fmla="val f6"/>
                  <a:gd name="f102" fmla="val f7"/>
                  <a:gd name="f103" fmla="*/ f97 f0 1"/>
                  <a:gd name="f104" fmla="+- f102 0 f100"/>
                  <a:gd name="f105" fmla="+- f101 0 f100"/>
                  <a:gd name="f106" fmla="*/ f103 1 f2"/>
                  <a:gd name="f107" fmla="*/ f105 1 1598829"/>
                  <a:gd name="f108" fmla="*/ f104 1 172724"/>
                  <a:gd name="f109" fmla="*/ 1248648 f105 1"/>
                  <a:gd name="f110" fmla="*/ 172724 f104 1"/>
                  <a:gd name="f111" fmla="*/ 1123031 f105 1"/>
                  <a:gd name="f112" fmla="*/ 92492 f104 1"/>
                  <a:gd name="f113" fmla="*/ 1024085 f105 1"/>
                  <a:gd name="f114" fmla="*/ 29253 f104 1"/>
                  <a:gd name="f115" fmla="*/ 925140 f105 1"/>
                  <a:gd name="f116" fmla="*/ 799522 f105 1"/>
                  <a:gd name="f117" fmla="*/ 673905 f105 1"/>
                  <a:gd name="f118" fmla="*/ 574959 f105 1"/>
                  <a:gd name="f119" fmla="*/ 476014 f105 1"/>
                  <a:gd name="f120" fmla="*/ 350396 f105 1"/>
                  <a:gd name="f121" fmla="*/ 224778 f105 1"/>
                  <a:gd name="f122" fmla="*/ 125833 f105 1"/>
                  <a:gd name="f123" fmla="*/ 26887 f105 1"/>
                  <a:gd name="f124" fmla="*/ 0 f105 1"/>
                  <a:gd name="f125" fmla="*/ 80232 f104 1"/>
                  <a:gd name="f126" fmla="*/ 125618 f105 1"/>
                  <a:gd name="f127" fmla="*/ 0 f104 1"/>
                  <a:gd name="f128" fmla="*/ 251235 f105 1"/>
                  <a:gd name="f129" fmla="*/ 350181 f105 1"/>
                  <a:gd name="f130" fmla="*/ 143471 f104 1"/>
                  <a:gd name="f131" fmla="*/ 449126 f105 1"/>
                  <a:gd name="f132" fmla="*/ 574744 f105 1"/>
                  <a:gd name="f133" fmla="*/ 700362 f105 1"/>
                  <a:gd name="f134" fmla="*/ 799307 f105 1"/>
                  <a:gd name="f135" fmla="*/ 898253 f105 1"/>
                  <a:gd name="f136" fmla="*/ 1149703 f105 1"/>
                  <a:gd name="f137" fmla="*/ 1347594 f105 1"/>
                  <a:gd name="f138" fmla="*/ 1473212 f105 1"/>
                  <a:gd name="f139" fmla="*/ 1598829 f105 1"/>
                  <a:gd name="f140" fmla="*/ 1572157 f105 1"/>
                  <a:gd name="f141" fmla="*/ 1374266 f105 1"/>
                  <a:gd name="f142" fmla="+- f106 0 f1"/>
                  <a:gd name="f143" fmla="*/ f109 1 1598829"/>
                  <a:gd name="f144" fmla="*/ f110 1 172724"/>
                  <a:gd name="f145" fmla="*/ f111 1 1598829"/>
                  <a:gd name="f146" fmla="*/ f112 1 172724"/>
                  <a:gd name="f147" fmla="*/ f113 1 1598829"/>
                  <a:gd name="f148" fmla="*/ f114 1 172724"/>
                  <a:gd name="f149" fmla="*/ f115 1 1598829"/>
                  <a:gd name="f150" fmla="*/ f116 1 1598829"/>
                  <a:gd name="f151" fmla="*/ f117 1 1598829"/>
                  <a:gd name="f152" fmla="*/ f118 1 1598829"/>
                  <a:gd name="f153" fmla="*/ f119 1 1598829"/>
                  <a:gd name="f154" fmla="*/ f120 1 1598829"/>
                  <a:gd name="f155" fmla="*/ f121 1 1598829"/>
                  <a:gd name="f156" fmla="*/ f122 1 1598829"/>
                  <a:gd name="f157" fmla="*/ f123 1 1598829"/>
                  <a:gd name="f158" fmla="*/ f124 1 1598829"/>
                  <a:gd name="f159" fmla="*/ f125 1 172724"/>
                  <a:gd name="f160" fmla="*/ f126 1 1598829"/>
                  <a:gd name="f161" fmla="*/ f127 1 172724"/>
                  <a:gd name="f162" fmla="*/ f128 1 1598829"/>
                  <a:gd name="f163" fmla="*/ f129 1 1598829"/>
                  <a:gd name="f164" fmla="*/ f130 1 172724"/>
                  <a:gd name="f165" fmla="*/ f131 1 1598829"/>
                  <a:gd name="f166" fmla="*/ f132 1 1598829"/>
                  <a:gd name="f167" fmla="*/ f133 1 1598829"/>
                  <a:gd name="f168" fmla="*/ f134 1 1598829"/>
                  <a:gd name="f169" fmla="*/ f135 1 1598829"/>
                  <a:gd name="f170" fmla="*/ f136 1 1598829"/>
                  <a:gd name="f171" fmla="*/ f137 1 1598829"/>
                  <a:gd name="f172" fmla="*/ f138 1 1598829"/>
                  <a:gd name="f173" fmla="*/ f139 1 1598829"/>
                  <a:gd name="f174" fmla="*/ f140 1 1598829"/>
                  <a:gd name="f175" fmla="*/ f141 1 1598829"/>
                  <a:gd name="f176" fmla="*/ f100 1 f107"/>
                  <a:gd name="f177" fmla="*/ f101 1 f107"/>
                  <a:gd name="f178" fmla="*/ f100 1 f108"/>
                  <a:gd name="f179" fmla="*/ f102 1 f108"/>
                  <a:gd name="f180" fmla="*/ f143 1 f107"/>
                  <a:gd name="f181" fmla="*/ f144 1 f108"/>
                  <a:gd name="f182" fmla="*/ f145 1 f107"/>
                  <a:gd name="f183" fmla="*/ f146 1 f108"/>
                  <a:gd name="f184" fmla="*/ f147 1 f107"/>
                  <a:gd name="f185" fmla="*/ f148 1 f108"/>
                  <a:gd name="f186" fmla="*/ f149 1 f107"/>
                  <a:gd name="f187" fmla="*/ f150 1 f107"/>
                  <a:gd name="f188" fmla="*/ f151 1 f107"/>
                  <a:gd name="f189" fmla="*/ f152 1 f107"/>
                  <a:gd name="f190" fmla="*/ f153 1 f107"/>
                  <a:gd name="f191" fmla="*/ f154 1 f107"/>
                  <a:gd name="f192" fmla="*/ f155 1 f107"/>
                  <a:gd name="f193" fmla="*/ f156 1 f107"/>
                  <a:gd name="f194" fmla="*/ f157 1 f107"/>
                  <a:gd name="f195" fmla="*/ f158 1 f107"/>
                  <a:gd name="f196" fmla="*/ f159 1 f108"/>
                  <a:gd name="f197" fmla="*/ f160 1 f107"/>
                  <a:gd name="f198" fmla="*/ f161 1 f108"/>
                  <a:gd name="f199" fmla="*/ f162 1 f107"/>
                  <a:gd name="f200" fmla="*/ f163 1 f107"/>
                  <a:gd name="f201" fmla="*/ f164 1 f108"/>
                  <a:gd name="f202" fmla="*/ f165 1 f107"/>
                  <a:gd name="f203" fmla="*/ f166 1 f107"/>
                  <a:gd name="f204" fmla="*/ f167 1 f107"/>
                  <a:gd name="f205" fmla="*/ f168 1 f107"/>
                  <a:gd name="f206" fmla="*/ f169 1 f107"/>
                  <a:gd name="f207" fmla="*/ f170 1 f107"/>
                  <a:gd name="f208" fmla="*/ f171 1 f107"/>
                  <a:gd name="f209" fmla="*/ f172 1 f107"/>
                  <a:gd name="f210" fmla="*/ f173 1 f107"/>
                  <a:gd name="f211" fmla="*/ f174 1 f107"/>
                  <a:gd name="f212" fmla="*/ f175 1 f107"/>
                  <a:gd name="f213" fmla="*/ f176 f98 1"/>
                  <a:gd name="f214" fmla="*/ f177 f98 1"/>
                  <a:gd name="f215" fmla="*/ f179 f99 1"/>
                  <a:gd name="f216" fmla="*/ f178 f99 1"/>
                  <a:gd name="f217" fmla="*/ f180 f98 1"/>
                  <a:gd name="f218" fmla="*/ f181 f99 1"/>
                  <a:gd name="f219" fmla="*/ f182 f98 1"/>
                  <a:gd name="f220" fmla="*/ f183 f99 1"/>
                  <a:gd name="f221" fmla="*/ f184 f98 1"/>
                  <a:gd name="f222" fmla="*/ f185 f99 1"/>
                  <a:gd name="f223" fmla="*/ f186 f98 1"/>
                  <a:gd name="f224" fmla="*/ f187 f98 1"/>
                  <a:gd name="f225" fmla="*/ f188 f98 1"/>
                  <a:gd name="f226" fmla="*/ f189 f98 1"/>
                  <a:gd name="f227" fmla="*/ f190 f98 1"/>
                  <a:gd name="f228" fmla="*/ f191 f98 1"/>
                  <a:gd name="f229" fmla="*/ f192 f98 1"/>
                  <a:gd name="f230" fmla="*/ f193 f98 1"/>
                  <a:gd name="f231" fmla="*/ f194 f98 1"/>
                  <a:gd name="f232" fmla="*/ f195 f98 1"/>
                  <a:gd name="f233" fmla="*/ f196 f99 1"/>
                  <a:gd name="f234" fmla="*/ f197 f98 1"/>
                  <a:gd name="f235" fmla="*/ f198 f99 1"/>
                  <a:gd name="f236" fmla="*/ f199 f98 1"/>
                  <a:gd name="f237" fmla="*/ f200 f98 1"/>
                  <a:gd name="f238" fmla="*/ f201 f99 1"/>
                  <a:gd name="f239" fmla="*/ f202 f98 1"/>
                  <a:gd name="f240" fmla="*/ f203 f98 1"/>
                  <a:gd name="f241" fmla="*/ f204 f98 1"/>
                  <a:gd name="f242" fmla="*/ f205 f98 1"/>
                  <a:gd name="f243" fmla="*/ f206 f98 1"/>
                  <a:gd name="f244" fmla="*/ f207 f98 1"/>
                  <a:gd name="f245" fmla="*/ f208 f98 1"/>
                  <a:gd name="f246" fmla="*/ f209 f98 1"/>
                  <a:gd name="f247" fmla="*/ f210 f98 1"/>
                  <a:gd name="f248" fmla="*/ f211 f98 1"/>
                  <a:gd name="f249" fmla="*/ f212 f9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42">
                    <a:pos x="f217" y="f218"/>
                  </a:cxn>
                  <a:cxn ang="f142">
                    <a:pos x="f219" y="f220"/>
                  </a:cxn>
                  <a:cxn ang="f142">
                    <a:pos x="f221" y="f222"/>
                  </a:cxn>
                  <a:cxn ang="f142">
                    <a:pos x="f223" y="f220"/>
                  </a:cxn>
                  <a:cxn ang="f142">
                    <a:pos x="f224" y="f218"/>
                  </a:cxn>
                  <a:cxn ang="f142">
                    <a:pos x="f224" y="f218"/>
                  </a:cxn>
                  <a:cxn ang="f142">
                    <a:pos x="f225" y="f220"/>
                  </a:cxn>
                  <a:cxn ang="f142">
                    <a:pos x="f226" y="f222"/>
                  </a:cxn>
                  <a:cxn ang="f142">
                    <a:pos x="f227" y="f220"/>
                  </a:cxn>
                  <a:cxn ang="f142">
                    <a:pos x="f228" y="f218"/>
                  </a:cxn>
                  <a:cxn ang="f142">
                    <a:pos x="f229" y="f220"/>
                  </a:cxn>
                  <a:cxn ang="f142">
                    <a:pos x="f230" y="f222"/>
                  </a:cxn>
                  <a:cxn ang="f142">
                    <a:pos x="f231" y="f220"/>
                  </a:cxn>
                  <a:cxn ang="f142">
                    <a:pos x="f232" y="f233"/>
                  </a:cxn>
                  <a:cxn ang="f142">
                    <a:pos x="f234" y="f235"/>
                  </a:cxn>
                  <a:cxn ang="f142">
                    <a:pos x="f236" y="f233"/>
                  </a:cxn>
                  <a:cxn ang="f142">
                    <a:pos x="f237" y="f238"/>
                  </a:cxn>
                  <a:cxn ang="f142">
                    <a:pos x="f239" y="f233"/>
                  </a:cxn>
                  <a:cxn ang="f142">
                    <a:pos x="f240" y="f235"/>
                  </a:cxn>
                  <a:cxn ang="f142">
                    <a:pos x="f241" y="f233"/>
                  </a:cxn>
                  <a:cxn ang="f142">
                    <a:pos x="f242" y="f238"/>
                  </a:cxn>
                  <a:cxn ang="f142">
                    <a:pos x="f242" y="f238"/>
                  </a:cxn>
                  <a:cxn ang="f142">
                    <a:pos x="f243" y="f233"/>
                  </a:cxn>
                  <a:cxn ang="f142">
                    <a:pos x="f221" y="f235"/>
                  </a:cxn>
                  <a:cxn ang="f142">
                    <a:pos x="f244" y="f233"/>
                  </a:cxn>
                  <a:cxn ang="f142">
                    <a:pos x="f217" y="f238"/>
                  </a:cxn>
                  <a:cxn ang="f142">
                    <a:pos x="f245" y="f233"/>
                  </a:cxn>
                  <a:cxn ang="f142">
                    <a:pos x="f246" y="f235"/>
                  </a:cxn>
                  <a:cxn ang="f142">
                    <a:pos x="f247" y="f233"/>
                  </a:cxn>
                  <a:cxn ang="f142">
                    <a:pos x="f248" y="f220"/>
                  </a:cxn>
                  <a:cxn ang="f142">
                    <a:pos x="f246" y="f222"/>
                  </a:cxn>
                  <a:cxn ang="f142">
                    <a:pos x="f249" y="f220"/>
                  </a:cxn>
                  <a:cxn ang="f142">
                    <a:pos x="f217" y="f218"/>
                  </a:cxn>
                </a:cxnLst>
                <a:rect l="f213" t="f216" r="f214" b="f215"/>
                <a:pathLst>
                  <a:path w="1598829" h="172724">
                    <a:moveTo>
                      <a:pt x="f8" y="f7"/>
                    </a:moveTo>
                    <a:cubicBezTo>
                      <a:pt x="f9" y="f7"/>
                      <a:pt x="f10" y="f11"/>
                      <a:pt x="f12" y="f13"/>
                    </a:cubicBezTo>
                    <a:cubicBezTo>
                      <a:pt x="f14" y="f15"/>
                      <a:pt x="f16" y="f17"/>
                      <a:pt x="f18" y="f17"/>
                    </a:cubicBezTo>
                    <a:cubicBezTo>
                      <a:pt x="f19" y="f17"/>
                      <a:pt x="f20" y="f15"/>
                      <a:pt x="f21" y="f13"/>
                    </a:cubicBezTo>
                    <a:cubicBezTo>
                      <a:pt x="f22" y="f11"/>
                      <a:pt x="f23" y="f7"/>
                      <a:pt x="f24" y="f7"/>
                    </a:cubicBezTo>
                    <a:cubicBezTo>
                      <a:pt x="f24" y="f7"/>
                      <a:pt x="f24" y="f7"/>
                      <a:pt x="f24" y="f7"/>
                    </a:cubicBezTo>
                    <a:cubicBezTo>
                      <a:pt x="f25" y="f7"/>
                      <a:pt x="f26" y="f11"/>
                      <a:pt x="f27" y="f13"/>
                    </a:cubicBezTo>
                    <a:cubicBezTo>
                      <a:pt x="f28" y="f15"/>
                      <a:pt x="f29" y="f17"/>
                      <a:pt x="f30" y="f17"/>
                    </a:cubicBezTo>
                    <a:cubicBezTo>
                      <a:pt x="f31" y="f17"/>
                      <a:pt x="f32" y="f15"/>
                      <a:pt x="f33" y="f13"/>
                    </a:cubicBezTo>
                    <a:cubicBezTo>
                      <a:pt x="f34" y="f11"/>
                      <a:pt x="f35" y="f7"/>
                      <a:pt x="f36" y="f7"/>
                    </a:cubicBezTo>
                    <a:cubicBezTo>
                      <a:pt x="f37" y="f7"/>
                      <a:pt x="f38" y="f11"/>
                      <a:pt x="f39" y="f13"/>
                    </a:cubicBezTo>
                    <a:cubicBezTo>
                      <a:pt x="f40" y="f15"/>
                      <a:pt x="f41" y="f17"/>
                      <a:pt x="f42" y="f17"/>
                    </a:cubicBezTo>
                    <a:cubicBezTo>
                      <a:pt x="f43" y="f17"/>
                      <a:pt x="f44" y="f15"/>
                      <a:pt x="f45" y="f13"/>
                    </a:cubicBezTo>
                    <a:lnTo>
                      <a:pt x="f5" y="f46"/>
                    </a:lnTo>
                    <a:cubicBezTo>
                      <a:pt x="f47" y="f48"/>
                      <a:pt x="f49" y="f5"/>
                      <a:pt x="f50" y="f5"/>
                    </a:cubicBezTo>
                    <a:cubicBezTo>
                      <a:pt x="f51" y="f5"/>
                      <a:pt x="f52" y="f48"/>
                      <a:pt x="f53" y="f46"/>
                    </a:cubicBezTo>
                    <a:cubicBezTo>
                      <a:pt x="f54" y="f55"/>
                      <a:pt x="f56" y="f57"/>
                      <a:pt x="f58" y="f57"/>
                    </a:cubicBezTo>
                    <a:cubicBezTo>
                      <a:pt x="f59" y="f57"/>
                      <a:pt x="f60" y="f55"/>
                      <a:pt x="f61" y="f46"/>
                    </a:cubicBezTo>
                    <a:cubicBezTo>
                      <a:pt x="f62" y="f48"/>
                      <a:pt x="f63" y="f5"/>
                      <a:pt x="f64" y="f5"/>
                    </a:cubicBezTo>
                    <a:cubicBezTo>
                      <a:pt x="f65" y="f5"/>
                      <a:pt x="f66" y="f48"/>
                      <a:pt x="f67" y="f46"/>
                    </a:cubicBezTo>
                    <a:cubicBezTo>
                      <a:pt x="f68" y="f55"/>
                      <a:pt x="f69" y="f57"/>
                      <a:pt x="f70" y="f57"/>
                    </a:cubicBezTo>
                    <a:lnTo>
                      <a:pt x="f70" y="f57"/>
                    </a:lnTo>
                    <a:cubicBezTo>
                      <a:pt x="f71" y="f57"/>
                      <a:pt x="f72" y="f55"/>
                      <a:pt x="f73" y="f46"/>
                    </a:cubicBezTo>
                    <a:cubicBezTo>
                      <a:pt x="f74" y="f48"/>
                      <a:pt x="f75" y="f5"/>
                      <a:pt x="f18" y="f5"/>
                    </a:cubicBezTo>
                    <a:cubicBezTo>
                      <a:pt x="f76" y="f5"/>
                      <a:pt x="f77" y="f48"/>
                      <a:pt x="f78" y="f46"/>
                    </a:cubicBezTo>
                    <a:cubicBezTo>
                      <a:pt x="f79" y="f55"/>
                      <a:pt x="f80" y="f57"/>
                      <a:pt x="f8" y="f57"/>
                    </a:cubicBezTo>
                    <a:cubicBezTo>
                      <a:pt x="f81" y="f57"/>
                      <a:pt x="f82" y="f55"/>
                      <a:pt x="f83" y="f46"/>
                    </a:cubicBezTo>
                    <a:cubicBezTo>
                      <a:pt x="f84" y="f48"/>
                      <a:pt x="f85" y="f5"/>
                      <a:pt x="f86" y="f5"/>
                    </a:cubicBezTo>
                    <a:cubicBezTo>
                      <a:pt x="f87" y="f5"/>
                      <a:pt x="f88" y="f48"/>
                      <a:pt x="f6" y="f46"/>
                    </a:cubicBezTo>
                    <a:lnTo>
                      <a:pt x="f89" y="f13"/>
                    </a:lnTo>
                    <a:cubicBezTo>
                      <a:pt x="f90" y="f15"/>
                      <a:pt x="f91" y="f17"/>
                      <a:pt x="f86" y="f17"/>
                    </a:cubicBezTo>
                    <a:cubicBezTo>
                      <a:pt x="f92" y="f17"/>
                      <a:pt x="f93" y="f15"/>
                      <a:pt x="f94" y="f13"/>
                    </a:cubicBezTo>
                    <a:cubicBezTo>
                      <a:pt x="f95" y="f11"/>
                      <a:pt x="f96" y="f7"/>
                      <a:pt x="f8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</p:grpSp>
        <p:grpSp>
          <p:nvGrpSpPr>
            <p:cNvPr id="19" name="Graphic 190">
              <a:extLst>
                <a:ext uri="{FF2B5EF4-FFF2-40B4-BE49-F238E27FC236}">
                  <a16:creationId xmlns:a16="http://schemas.microsoft.com/office/drawing/2014/main" id="{004F2DFA-57D1-16DA-449E-5D1532DE351E}"/>
                </a:ext>
              </a:extLst>
            </p:cNvPr>
            <p:cNvGrpSpPr/>
            <p:nvPr/>
          </p:nvGrpSpPr>
          <p:grpSpPr>
            <a:xfrm>
              <a:off x="4362940" y="1898888"/>
              <a:ext cx="1598828" cy="531294"/>
              <a:chOff x="4362940" y="1898888"/>
              <a:chExt cx="1598828" cy="531294"/>
            </a:xfrm>
          </p:grpSpPr>
          <p:sp>
            <p:nvSpPr>
              <p:cNvPr id="20" name="Freeform: Shape 4171">
                <a:extLst>
                  <a:ext uri="{FF2B5EF4-FFF2-40B4-BE49-F238E27FC236}">
                    <a16:creationId xmlns:a16="http://schemas.microsoft.com/office/drawing/2014/main" id="{DC3DEC47-1B6E-E416-C739-7432FF47BE2C}"/>
                  </a:ext>
                </a:extLst>
              </p:cNvPr>
              <p:cNvSpPr/>
              <p:nvPr/>
            </p:nvSpPr>
            <p:spPr>
              <a:xfrm>
                <a:off x="4362940" y="2257242"/>
                <a:ext cx="1598618" cy="17294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598614"/>
                  <a:gd name="f7" fmla="val 172939"/>
                  <a:gd name="f8" fmla="val 1248648"/>
                  <a:gd name="f9" fmla="val 1194229"/>
                  <a:gd name="f10" fmla="val 1146046"/>
                  <a:gd name="f11" fmla="val 142180"/>
                  <a:gd name="f12" fmla="val 1123031"/>
                  <a:gd name="f13" fmla="val 92708"/>
                  <a:gd name="f14" fmla="val 1104962"/>
                  <a:gd name="f15" fmla="val 53775"/>
                  <a:gd name="f16" fmla="val 1067105"/>
                  <a:gd name="f17" fmla="val 29469"/>
                  <a:gd name="f18" fmla="val 1024085"/>
                  <a:gd name="f19" fmla="val 981066"/>
                  <a:gd name="f20" fmla="val 943208"/>
                  <a:gd name="f21" fmla="val 925140"/>
                  <a:gd name="f22" fmla="val 902124"/>
                  <a:gd name="f23" fmla="val 853942"/>
                  <a:gd name="f24" fmla="val 799522"/>
                  <a:gd name="f25" fmla="val 744887"/>
                  <a:gd name="f26" fmla="val 696920"/>
                  <a:gd name="f27" fmla="val 673905"/>
                  <a:gd name="f28" fmla="val 655836"/>
                  <a:gd name="f29" fmla="val 617979"/>
                  <a:gd name="f30" fmla="val 574959"/>
                  <a:gd name="f31" fmla="val 531939"/>
                  <a:gd name="f32" fmla="val 494082"/>
                  <a:gd name="f33" fmla="val 476014"/>
                  <a:gd name="f34" fmla="val 452998"/>
                  <a:gd name="f35" fmla="val 405031"/>
                  <a:gd name="f36" fmla="val 350396"/>
                  <a:gd name="f37" fmla="val 295976"/>
                  <a:gd name="f38" fmla="val 247794"/>
                  <a:gd name="f39" fmla="val 224778"/>
                  <a:gd name="f40" fmla="val 206710"/>
                  <a:gd name="f41" fmla="val 168853"/>
                  <a:gd name="f42" fmla="val 125833"/>
                  <a:gd name="f43" fmla="val 82813"/>
                  <a:gd name="f44" fmla="val 44956"/>
                  <a:gd name="f45" fmla="val 26887"/>
                  <a:gd name="f46" fmla="val 80232"/>
                  <a:gd name="f47" fmla="val 23016"/>
                  <a:gd name="f48" fmla="val 30759"/>
                  <a:gd name="f49" fmla="val 70983"/>
                  <a:gd name="f50" fmla="val 125618"/>
                  <a:gd name="f51" fmla="val 180253"/>
                  <a:gd name="f52" fmla="val 228220"/>
                  <a:gd name="f53" fmla="val 251235"/>
                  <a:gd name="f54" fmla="val 269304"/>
                  <a:gd name="f55" fmla="val 119165"/>
                  <a:gd name="f56" fmla="val 307376"/>
                  <a:gd name="f57" fmla="val 143471"/>
                  <a:gd name="f58" fmla="val 350181"/>
                  <a:gd name="f59" fmla="val 393201"/>
                  <a:gd name="f60" fmla="val 431058"/>
                  <a:gd name="f61" fmla="val 449126"/>
                  <a:gd name="f62" fmla="val 472142"/>
                  <a:gd name="f63" fmla="val 520324"/>
                  <a:gd name="f64" fmla="val 574744"/>
                  <a:gd name="f65" fmla="val 629164"/>
                  <a:gd name="f66" fmla="val 677346"/>
                  <a:gd name="f67" fmla="val 700362"/>
                  <a:gd name="f68" fmla="val 718430"/>
                  <a:gd name="f69" fmla="val 756287"/>
                  <a:gd name="f70" fmla="val 799307"/>
                  <a:gd name="f71" fmla="val 842327"/>
                  <a:gd name="f72" fmla="val 880184"/>
                  <a:gd name="f73" fmla="val 898253"/>
                  <a:gd name="f74" fmla="val 921268"/>
                  <a:gd name="f75" fmla="val 969235"/>
                  <a:gd name="f76" fmla="val 1023870"/>
                  <a:gd name="f77" fmla="val 1078505"/>
                  <a:gd name="f78" fmla="val 1126472"/>
                  <a:gd name="f79" fmla="val 1149488"/>
                  <a:gd name="f80" fmla="val 1167556"/>
                  <a:gd name="f81" fmla="val 1205414"/>
                  <a:gd name="f82" fmla="val 1248433"/>
                  <a:gd name="f83" fmla="val 1291453"/>
                  <a:gd name="f84" fmla="val 1329311"/>
                  <a:gd name="f85" fmla="val 1347379"/>
                  <a:gd name="f86" fmla="val 1370394"/>
                  <a:gd name="f87" fmla="val 1418361"/>
                  <a:gd name="f88" fmla="val 1472997"/>
                  <a:gd name="f89" fmla="val 1527632"/>
                  <a:gd name="f90" fmla="val 1575814"/>
                  <a:gd name="f91" fmla="val 1571942"/>
                  <a:gd name="f92" fmla="val 1553874"/>
                  <a:gd name="f93" fmla="val 1515801"/>
                  <a:gd name="f94" fmla="val 1429977"/>
                  <a:gd name="f95" fmla="val 1392119"/>
                  <a:gd name="f96" fmla="val 1374051"/>
                  <a:gd name="f97" fmla="val 1351251"/>
                  <a:gd name="f98" fmla="val 1303069"/>
                  <a:gd name="f99" fmla="+- 0 0 -90"/>
                  <a:gd name="f100" fmla="*/ f3 1 1598614"/>
                  <a:gd name="f101" fmla="*/ f4 1 172939"/>
                  <a:gd name="f102" fmla="val f5"/>
                  <a:gd name="f103" fmla="val f6"/>
                  <a:gd name="f104" fmla="val f7"/>
                  <a:gd name="f105" fmla="*/ f99 f0 1"/>
                  <a:gd name="f106" fmla="+- f104 0 f102"/>
                  <a:gd name="f107" fmla="+- f103 0 f102"/>
                  <a:gd name="f108" fmla="*/ f105 1 f2"/>
                  <a:gd name="f109" fmla="*/ f107 1 1598614"/>
                  <a:gd name="f110" fmla="*/ f106 1 172939"/>
                  <a:gd name="f111" fmla="*/ 1248648 f107 1"/>
                  <a:gd name="f112" fmla="*/ 172939 f106 1"/>
                  <a:gd name="f113" fmla="*/ 1123031 f107 1"/>
                  <a:gd name="f114" fmla="*/ 92708 f106 1"/>
                  <a:gd name="f115" fmla="*/ 1024085 f107 1"/>
                  <a:gd name="f116" fmla="*/ 29469 f106 1"/>
                  <a:gd name="f117" fmla="*/ 925140 f107 1"/>
                  <a:gd name="f118" fmla="*/ 799522 f107 1"/>
                  <a:gd name="f119" fmla="*/ 673905 f107 1"/>
                  <a:gd name="f120" fmla="*/ 574959 f107 1"/>
                  <a:gd name="f121" fmla="*/ 476014 f107 1"/>
                  <a:gd name="f122" fmla="*/ 350396 f107 1"/>
                  <a:gd name="f123" fmla="*/ 224778 f107 1"/>
                  <a:gd name="f124" fmla="*/ 125833 f107 1"/>
                  <a:gd name="f125" fmla="*/ 26887 f107 1"/>
                  <a:gd name="f126" fmla="*/ 0 f107 1"/>
                  <a:gd name="f127" fmla="*/ 80232 f106 1"/>
                  <a:gd name="f128" fmla="*/ 125618 f107 1"/>
                  <a:gd name="f129" fmla="*/ 0 f106 1"/>
                  <a:gd name="f130" fmla="*/ 251235 f107 1"/>
                  <a:gd name="f131" fmla="*/ 350181 f107 1"/>
                  <a:gd name="f132" fmla="*/ 143471 f106 1"/>
                  <a:gd name="f133" fmla="*/ 449126 f107 1"/>
                  <a:gd name="f134" fmla="*/ 574744 f107 1"/>
                  <a:gd name="f135" fmla="*/ 700362 f107 1"/>
                  <a:gd name="f136" fmla="*/ 799307 f107 1"/>
                  <a:gd name="f137" fmla="*/ 898253 f107 1"/>
                  <a:gd name="f138" fmla="*/ 1023870 f107 1"/>
                  <a:gd name="f139" fmla="*/ 1149488 f107 1"/>
                  <a:gd name="f140" fmla="*/ 1248433 f107 1"/>
                  <a:gd name="f141" fmla="*/ 1347379 f107 1"/>
                  <a:gd name="f142" fmla="*/ 1472997 f107 1"/>
                  <a:gd name="f143" fmla="*/ 1598614 f107 1"/>
                  <a:gd name="f144" fmla="*/ 1571942 f107 1"/>
                  <a:gd name="f145" fmla="*/ 1374051 f107 1"/>
                  <a:gd name="f146" fmla="+- f108 0 f1"/>
                  <a:gd name="f147" fmla="*/ f111 1 1598614"/>
                  <a:gd name="f148" fmla="*/ f112 1 172939"/>
                  <a:gd name="f149" fmla="*/ f113 1 1598614"/>
                  <a:gd name="f150" fmla="*/ f114 1 172939"/>
                  <a:gd name="f151" fmla="*/ f115 1 1598614"/>
                  <a:gd name="f152" fmla="*/ f116 1 172939"/>
                  <a:gd name="f153" fmla="*/ f117 1 1598614"/>
                  <a:gd name="f154" fmla="*/ f118 1 1598614"/>
                  <a:gd name="f155" fmla="*/ f119 1 1598614"/>
                  <a:gd name="f156" fmla="*/ f120 1 1598614"/>
                  <a:gd name="f157" fmla="*/ f121 1 1598614"/>
                  <a:gd name="f158" fmla="*/ f122 1 1598614"/>
                  <a:gd name="f159" fmla="*/ f123 1 1598614"/>
                  <a:gd name="f160" fmla="*/ f124 1 1598614"/>
                  <a:gd name="f161" fmla="*/ f125 1 1598614"/>
                  <a:gd name="f162" fmla="*/ f126 1 1598614"/>
                  <a:gd name="f163" fmla="*/ f127 1 172939"/>
                  <a:gd name="f164" fmla="*/ f128 1 1598614"/>
                  <a:gd name="f165" fmla="*/ f129 1 172939"/>
                  <a:gd name="f166" fmla="*/ f130 1 1598614"/>
                  <a:gd name="f167" fmla="*/ f131 1 1598614"/>
                  <a:gd name="f168" fmla="*/ f132 1 172939"/>
                  <a:gd name="f169" fmla="*/ f133 1 1598614"/>
                  <a:gd name="f170" fmla="*/ f134 1 1598614"/>
                  <a:gd name="f171" fmla="*/ f135 1 1598614"/>
                  <a:gd name="f172" fmla="*/ f136 1 1598614"/>
                  <a:gd name="f173" fmla="*/ f137 1 1598614"/>
                  <a:gd name="f174" fmla="*/ f138 1 1598614"/>
                  <a:gd name="f175" fmla="*/ f139 1 1598614"/>
                  <a:gd name="f176" fmla="*/ f140 1 1598614"/>
                  <a:gd name="f177" fmla="*/ f141 1 1598614"/>
                  <a:gd name="f178" fmla="*/ f142 1 1598614"/>
                  <a:gd name="f179" fmla="*/ f143 1 1598614"/>
                  <a:gd name="f180" fmla="*/ f144 1 1598614"/>
                  <a:gd name="f181" fmla="*/ f145 1 1598614"/>
                  <a:gd name="f182" fmla="*/ f102 1 f109"/>
                  <a:gd name="f183" fmla="*/ f103 1 f109"/>
                  <a:gd name="f184" fmla="*/ f102 1 f110"/>
                  <a:gd name="f185" fmla="*/ f104 1 f110"/>
                  <a:gd name="f186" fmla="*/ f147 1 f109"/>
                  <a:gd name="f187" fmla="*/ f148 1 f110"/>
                  <a:gd name="f188" fmla="*/ f149 1 f109"/>
                  <a:gd name="f189" fmla="*/ f150 1 f110"/>
                  <a:gd name="f190" fmla="*/ f151 1 f109"/>
                  <a:gd name="f191" fmla="*/ f152 1 f110"/>
                  <a:gd name="f192" fmla="*/ f153 1 f109"/>
                  <a:gd name="f193" fmla="*/ f154 1 f109"/>
                  <a:gd name="f194" fmla="*/ f155 1 f109"/>
                  <a:gd name="f195" fmla="*/ f156 1 f109"/>
                  <a:gd name="f196" fmla="*/ f157 1 f109"/>
                  <a:gd name="f197" fmla="*/ f158 1 f109"/>
                  <a:gd name="f198" fmla="*/ f159 1 f109"/>
                  <a:gd name="f199" fmla="*/ f160 1 f109"/>
                  <a:gd name="f200" fmla="*/ f161 1 f109"/>
                  <a:gd name="f201" fmla="*/ f162 1 f109"/>
                  <a:gd name="f202" fmla="*/ f163 1 f110"/>
                  <a:gd name="f203" fmla="*/ f164 1 f109"/>
                  <a:gd name="f204" fmla="*/ f165 1 f110"/>
                  <a:gd name="f205" fmla="*/ f166 1 f109"/>
                  <a:gd name="f206" fmla="*/ f167 1 f109"/>
                  <a:gd name="f207" fmla="*/ f168 1 f110"/>
                  <a:gd name="f208" fmla="*/ f169 1 f109"/>
                  <a:gd name="f209" fmla="*/ f170 1 f109"/>
                  <a:gd name="f210" fmla="*/ f171 1 f109"/>
                  <a:gd name="f211" fmla="*/ f172 1 f109"/>
                  <a:gd name="f212" fmla="*/ f173 1 f109"/>
                  <a:gd name="f213" fmla="*/ f174 1 f109"/>
                  <a:gd name="f214" fmla="*/ f175 1 f109"/>
                  <a:gd name="f215" fmla="*/ f176 1 f109"/>
                  <a:gd name="f216" fmla="*/ f177 1 f109"/>
                  <a:gd name="f217" fmla="*/ f178 1 f109"/>
                  <a:gd name="f218" fmla="*/ f179 1 f109"/>
                  <a:gd name="f219" fmla="*/ f180 1 f109"/>
                  <a:gd name="f220" fmla="*/ f181 1 f109"/>
                  <a:gd name="f221" fmla="*/ f182 f100 1"/>
                  <a:gd name="f222" fmla="*/ f183 f100 1"/>
                  <a:gd name="f223" fmla="*/ f185 f101 1"/>
                  <a:gd name="f224" fmla="*/ f184 f101 1"/>
                  <a:gd name="f225" fmla="*/ f186 f100 1"/>
                  <a:gd name="f226" fmla="*/ f187 f101 1"/>
                  <a:gd name="f227" fmla="*/ f188 f100 1"/>
                  <a:gd name="f228" fmla="*/ f189 f101 1"/>
                  <a:gd name="f229" fmla="*/ f190 f100 1"/>
                  <a:gd name="f230" fmla="*/ f191 f101 1"/>
                  <a:gd name="f231" fmla="*/ f192 f100 1"/>
                  <a:gd name="f232" fmla="*/ f193 f100 1"/>
                  <a:gd name="f233" fmla="*/ f194 f100 1"/>
                  <a:gd name="f234" fmla="*/ f195 f100 1"/>
                  <a:gd name="f235" fmla="*/ f196 f100 1"/>
                  <a:gd name="f236" fmla="*/ f197 f100 1"/>
                  <a:gd name="f237" fmla="*/ f198 f100 1"/>
                  <a:gd name="f238" fmla="*/ f199 f100 1"/>
                  <a:gd name="f239" fmla="*/ f200 f100 1"/>
                  <a:gd name="f240" fmla="*/ f201 f100 1"/>
                  <a:gd name="f241" fmla="*/ f202 f101 1"/>
                  <a:gd name="f242" fmla="*/ f203 f100 1"/>
                  <a:gd name="f243" fmla="*/ f204 f101 1"/>
                  <a:gd name="f244" fmla="*/ f205 f100 1"/>
                  <a:gd name="f245" fmla="*/ f206 f100 1"/>
                  <a:gd name="f246" fmla="*/ f207 f101 1"/>
                  <a:gd name="f247" fmla="*/ f208 f100 1"/>
                  <a:gd name="f248" fmla="*/ f209 f100 1"/>
                  <a:gd name="f249" fmla="*/ f210 f100 1"/>
                  <a:gd name="f250" fmla="*/ f211 f100 1"/>
                  <a:gd name="f251" fmla="*/ f212 f100 1"/>
                  <a:gd name="f252" fmla="*/ f213 f100 1"/>
                  <a:gd name="f253" fmla="*/ f214 f100 1"/>
                  <a:gd name="f254" fmla="*/ f215 f100 1"/>
                  <a:gd name="f255" fmla="*/ f216 f100 1"/>
                  <a:gd name="f256" fmla="*/ f217 f100 1"/>
                  <a:gd name="f257" fmla="*/ f218 f100 1"/>
                  <a:gd name="f258" fmla="*/ f219 f100 1"/>
                  <a:gd name="f259" fmla="*/ f220 f10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46">
                    <a:pos x="f225" y="f226"/>
                  </a:cxn>
                  <a:cxn ang="f146">
                    <a:pos x="f227" y="f228"/>
                  </a:cxn>
                  <a:cxn ang="f146">
                    <a:pos x="f229" y="f230"/>
                  </a:cxn>
                  <a:cxn ang="f146">
                    <a:pos x="f231" y="f228"/>
                  </a:cxn>
                  <a:cxn ang="f146">
                    <a:pos x="f232" y="f226"/>
                  </a:cxn>
                  <a:cxn ang="f146">
                    <a:pos x="f232" y="f226"/>
                  </a:cxn>
                  <a:cxn ang="f146">
                    <a:pos x="f233" y="f228"/>
                  </a:cxn>
                  <a:cxn ang="f146">
                    <a:pos x="f234" y="f230"/>
                  </a:cxn>
                  <a:cxn ang="f146">
                    <a:pos x="f235" y="f228"/>
                  </a:cxn>
                  <a:cxn ang="f146">
                    <a:pos x="f236" y="f226"/>
                  </a:cxn>
                  <a:cxn ang="f146">
                    <a:pos x="f237" y="f228"/>
                  </a:cxn>
                  <a:cxn ang="f146">
                    <a:pos x="f238" y="f230"/>
                  </a:cxn>
                  <a:cxn ang="f146">
                    <a:pos x="f239" y="f228"/>
                  </a:cxn>
                  <a:cxn ang="f146">
                    <a:pos x="f240" y="f241"/>
                  </a:cxn>
                  <a:cxn ang="f146">
                    <a:pos x="f242" y="f243"/>
                  </a:cxn>
                  <a:cxn ang="f146">
                    <a:pos x="f244" y="f241"/>
                  </a:cxn>
                  <a:cxn ang="f146">
                    <a:pos x="f245" y="f246"/>
                  </a:cxn>
                  <a:cxn ang="f146">
                    <a:pos x="f247" y="f241"/>
                  </a:cxn>
                  <a:cxn ang="f146">
                    <a:pos x="f248" y="f243"/>
                  </a:cxn>
                  <a:cxn ang="f146">
                    <a:pos x="f249" y="f241"/>
                  </a:cxn>
                  <a:cxn ang="f146">
                    <a:pos x="f250" y="f246"/>
                  </a:cxn>
                  <a:cxn ang="f146">
                    <a:pos x="f250" y="f246"/>
                  </a:cxn>
                  <a:cxn ang="f146">
                    <a:pos x="f251" y="f241"/>
                  </a:cxn>
                  <a:cxn ang="f146">
                    <a:pos x="f252" y="f243"/>
                  </a:cxn>
                  <a:cxn ang="f146">
                    <a:pos x="f253" y="f241"/>
                  </a:cxn>
                  <a:cxn ang="f146">
                    <a:pos x="f254" y="f246"/>
                  </a:cxn>
                  <a:cxn ang="f146">
                    <a:pos x="f255" y="f241"/>
                  </a:cxn>
                  <a:cxn ang="f146">
                    <a:pos x="f256" y="f243"/>
                  </a:cxn>
                  <a:cxn ang="f146">
                    <a:pos x="f257" y="f241"/>
                  </a:cxn>
                  <a:cxn ang="f146">
                    <a:pos x="f258" y="f228"/>
                  </a:cxn>
                  <a:cxn ang="f146">
                    <a:pos x="f256" y="f230"/>
                  </a:cxn>
                  <a:cxn ang="f146">
                    <a:pos x="f259" y="f228"/>
                  </a:cxn>
                  <a:cxn ang="f146">
                    <a:pos x="f225" y="f226"/>
                  </a:cxn>
                </a:cxnLst>
                <a:rect l="f221" t="f224" r="f222" b="f223"/>
                <a:pathLst>
                  <a:path w="1598614" h="172939">
                    <a:moveTo>
                      <a:pt x="f8" y="f7"/>
                    </a:moveTo>
                    <a:cubicBezTo>
                      <a:pt x="f9" y="f7"/>
                      <a:pt x="f10" y="f11"/>
                      <a:pt x="f12" y="f13"/>
                    </a:cubicBezTo>
                    <a:cubicBezTo>
                      <a:pt x="f14" y="f15"/>
                      <a:pt x="f16" y="f17"/>
                      <a:pt x="f18" y="f17"/>
                    </a:cubicBezTo>
                    <a:cubicBezTo>
                      <a:pt x="f19" y="f17"/>
                      <a:pt x="f20" y="f15"/>
                      <a:pt x="f21" y="f13"/>
                    </a:cubicBezTo>
                    <a:cubicBezTo>
                      <a:pt x="f22" y="f11"/>
                      <a:pt x="f23" y="f7"/>
                      <a:pt x="f24" y="f7"/>
                    </a:cubicBezTo>
                    <a:cubicBezTo>
                      <a:pt x="f24" y="f7"/>
                      <a:pt x="f24" y="f7"/>
                      <a:pt x="f24" y="f7"/>
                    </a:cubicBezTo>
                    <a:cubicBezTo>
                      <a:pt x="f25" y="f7"/>
                      <a:pt x="f26" y="f11"/>
                      <a:pt x="f27" y="f13"/>
                    </a:cubicBezTo>
                    <a:cubicBezTo>
                      <a:pt x="f28" y="f15"/>
                      <a:pt x="f29" y="f17"/>
                      <a:pt x="f30" y="f17"/>
                    </a:cubicBezTo>
                    <a:cubicBezTo>
                      <a:pt x="f31" y="f17"/>
                      <a:pt x="f32" y="f15"/>
                      <a:pt x="f33" y="f13"/>
                    </a:cubicBezTo>
                    <a:cubicBezTo>
                      <a:pt x="f34" y="f11"/>
                      <a:pt x="f35" y="f7"/>
                      <a:pt x="f36" y="f7"/>
                    </a:cubicBezTo>
                    <a:cubicBezTo>
                      <a:pt x="f37" y="f7"/>
                      <a:pt x="f38" y="f11"/>
                      <a:pt x="f39" y="f13"/>
                    </a:cubicBezTo>
                    <a:cubicBezTo>
                      <a:pt x="f40" y="f15"/>
                      <a:pt x="f41" y="f17"/>
                      <a:pt x="f42" y="f17"/>
                    </a:cubicBezTo>
                    <a:cubicBezTo>
                      <a:pt x="f43" y="f17"/>
                      <a:pt x="f44" y="f15"/>
                      <a:pt x="f45" y="f13"/>
                    </a:cubicBezTo>
                    <a:lnTo>
                      <a:pt x="f5" y="f46"/>
                    </a:lnTo>
                    <a:cubicBezTo>
                      <a:pt x="f47" y="f48"/>
                      <a:pt x="f49" y="f5"/>
                      <a:pt x="f50" y="f5"/>
                    </a:cubicBezTo>
                    <a:cubicBezTo>
                      <a:pt x="f51" y="f5"/>
                      <a:pt x="f52" y="f48"/>
                      <a:pt x="f53" y="f46"/>
                    </a:cubicBezTo>
                    <a:cubicBezTo>
                      <a:pt x="f54" y="f55"/>
                      <a:pt x="f56" y="f57"/>
                      <a:pt x="f58" y="f57"/>
                    </a:cubicBezTo>
                    <a:cubicBezTo>
                      <a:pt x="f59" y="f57"/>
                      <a:pt x="f60" y="f55"/>
                      <a:pt x="f61" y="f46"/>
                    </a:cubicBezTo>
                    <a:cubicBezTo>
                      <a:pt x="f62" y="f48"/>
                      <a:pt x="f63" y="f5"/>
                      <a:pt x="f64" y="f5"/>
                    </a:cubicBezTo>
                    <a:cubicBezTo>
                      <a:pt x="f65" y="f5"/>
                      <a:pt x="f66" y="f48"/>
                      <a:pt x="f67" y="f46"/>
                    </a:cubicBezTo>
                    <a:cubicBezTo>
                      <a:pt x="f68" y="f55"/>
                      <a:pt x="f69" y="f57"/>
                      <a:pt x="f70" y="f57"/>
                    </a:cubicBezTo>
                    <a:lnTo>
                      <a:pt x="f70" y="f57"/>
                    </a:lnTo>
                    <a:cubicBezTo>
                      <a:pt x="f71" y="f57"/>
                      <a:pt x="f72" y="f55"/>
                      <a:pt x="f73" y="f46"/>
                    </a:cubicBezTo>
                    <a:cubicBezTo>
                      <a:pt x="f74" y="f48"/>
                      <a:pt x="f75" y="f5"/>
                      <a:pt x="f76" y="f5"/>
                    </a:cubicBezTo>
                    <a:cubicBezTo>
                      <a:pt x="f77" y="f5"/>
                      <a:pt x="f78" y="f48"/>
                      <a:pt x="f79" y="f46"/>
                    </a:cubicBezTo>
                    <a:cubicBezTo>
                      <a:pt x="f80" y="f55"/>
                      <a:pt x="f81" y="f57"/>
                      <a:pt x="f82" y="f57"/>
                    </a:cubicBezTo>
                    <a:cubicBezTo>
                      <a:pt x="f83" y="f57"/>
                      <a:pt x="f84" y="f55"/>
                      <a:pt x="f85" y="f46"/>
                    </a:cubicBezTo>
                    <a:cubicBezTo>
                      <a:pt x="f86" y="f48"/>
                      <a:pt x="f87" y="f5"/>
                      <a:pt x="f88" y="f5"/>
                    </a:cubicBezTo>
                    <a:cubicBezTo>
                      <a:pt x="f89" y="f5"/>
                      <a:pt x="f90" y="f48"/>
                      <a:pt x="f6" y="f46"/>
                    </a:cubicBezTo>
                    <a:lnTo>
                      <a:pt x="f91" y="f13"/>
                    </a:lnTo>
                    <a:cubicBezTo>
                      <a:pt x="f92" y="f15"/>
                      <a:pt x="f93" y="f17"/>
                      <a:pt x="f88" y="f17"/>
                    </a:cubicBezTo>
                    <a:cubicBezTo>
                      <a:pt x="f94" y="f17"/>
                      <a:pt x="f95" y="f15"/>
                      <a:pt x="f96" y="f13"/>
                    </a:cubicBezTo>
                    <a:cubicBezTo>
                      <a:pt x="f97" y="f11"/>
                      <a:pt x="f98" y="f7"/>
                      <a:pt x="f8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" name="Freeform: Shape 4172">
                <a:extLst>
                  <a:ext uri="{FF2B5EF4-FFF2-40B4-BE49-F238E27FC236}">
                    <a16:creationId xmlns:a16="http://schemas.microsoft.com/office/drawing/2014/main" id="{ED3F0530-ED9E-637E-1920-F1884F3F2449}"/>
                  </a:ext>
                </a:extLst>
              </p:cNvPr>
              <p:cNvSpPr/>
              <p:nvPr/>
            </p:nvSpPr>
            <p:spPr>
              <a:xfrm>
                <a:off x="4362940" y="1898888"/>
                <a:ext cx="1598828" cy="172721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598829"/>
                  <a:gd name="f7" fmla="val 172724"/>
                  <a:gd name="f8" fmla="val 1248648"/>
                  <a:gd name="f9" fmla="val 1194229"/>
                  <a:gd name="f10" fmla="val 1146046"/>
                  <a:gd name="f11" fmla="val 141965"/>
                  <a:gd name="f12" fmla="val 1123031"/>
                  <a:gd name="f13" fmla="val 92492"/>
                  <a:gd name="f14" fmla="val 1104962"/>
                  <a:gd name="f15" fmla="val 53560"/>
                  <a:gd name="f16" fmla="val 1067105"/>
                  <a:gd name="f17" fmla="val 29253"/>
                  <a:gd name="f18" fmla="val 1024085"/>
                  <a:gd name="f19" fmla="val 981066"/>
                  <a:gd name="f20" fmla="val 943208"/>
                  <a:gd name="f21" fmla="val 925140"/>
                  <a:gd name="f22" fmla="val 902124"/>
                  <a:gd name="f23" fmla="val 853942"/>
                  <a:gd name="f24" fmla="val 799522"/>
                  <a:gd name="f25" fmla="val 744887"/>
                  <a:gd name="f26" fmla="val 696920"/>
                  <a:gd name="f27" fmla="val 673905"/>
                  <a:gd name="f28" fmla="val 655836"/>
                  <a:gd name="f29" fmla="val 617979"/>
                  <a:gd name="f30" fmla="val 574959"/>
                  <a:gd name="f31" fmla="val 531939"/>
                  <a:gd name="f32" fmla="val 494082"/>
                  <a:gd name="f33" fmla="val 476014"/>
                  <a:gd name="f34" fmla="val 452998"/>
                  <a:gd name="f35" fmla="val 405031"/>
                  <a:gd name="f36" fmla="val 350396"/>
                  <a:gd name="f37" fmla="val 295976"/>
                  <a:gd name="f38" fmla="val 247794"/>
                  <a:gd name="f39" fmla="val 224778"/>
                  <a:gd name="f40" fmla="val 206710"/>
                  <a:gd name="f41" fmla="val 168853"/>
                  <a:gd name="f42" fmla="val 125833"/>
                  <a:gd name="f43" fmla="val 82813"/>
                  <a:gd name="f44" fmla="val 44956"/>
                  <a:gd name="f45" fmla="val 26887"/>
                  <a:gd name="f46" fmla="val 80232"/>
                  <a:gd name="f47" fmla="val 23016"/>
                  <a:gd name="f48" fmla="val 30759"/>
                  <a:gd name="f49" fmla="val 70983"/>
                  <a:gd name="f50" fmla="val 125618"/>
                  <a:gd name="f51" fmla="val 180253"/>
                  <a:gd name="f52" fmla="val 228220"/>
                  <a:gd name="f53" fmla="val 251235"/>
                  <a:gd name="f54" fmla="val 269304"/>
                  <a:gd name="f55" fmla="val 119165"/>
                  <a:gd name="f56" fmla="val 307376"/>
                  <a:gd name="f57" fmla="val 143471"/>
                  <a:gd name="f58" fmla="val 350181"/>
                  <a:gd name="f59" fmla="val 393201"/>
                  <a:gd name="f60" fmla="val 431058"/>
                  <a:gd name="f61" fmla="val 449126"/>
                  <a:gd name="f62" fmla="val 472142"/>
                  <a:gd name="f63" fmla="val 520324"/>
                  <a:gd name="f64" fmla="val 574744"/>
                  <a:gd name="f65" fmla="val 629164"/>
                  <a:gd name="f66" fmla="val 677346"/>
                  <a:gd name="f67" fmla="val 700362"/>
                  <a:gd name="f68" fmla="val 718430"/>
                  <a:gd name="f69" fmla="val 756287"/>
                  <a:gd name="f70" fmla="val 799307"/>
                  <a:gd name="f71" fmla="val 842327"/>
                  <a:gd name="f72" fmla="val 880184"/>
                  <a:gd name="f73" fmla="val 898253"/>
                  <a:gd name="f74" fmla="val 921483"/>
                  <a:gd name="f75" fmla="val 969450"/>
                  <a:gd name="f76" fmla="val 1078720"/>
                  <a:gd name="f77" fmla="val 1126688"/>
                  <a:gd name="f78" fmla="val 1149703"/>
                  <a:gd name="f79" fmla="val 1167771"/>
                  <a:gd name="f80" fmla="val 1205629"/>
                  <a:gd name="f81" fmla="val 1291668"/>
                  <a:gd name="f82" fmla="val 1329526"/>
                  <a:gd name="f83" fmla="val 1347594"/>
                  <a:gd name="f84" fmla="val 1370610"/>
                  <a:gd name="f85" fmla="val 1418792"/>
                  <a:gd name="f86" fmla="val 1473212"/>
                  <a:gd name="f87" fmla="val 1527847"/>
                  <a:gd name="f88" fmla="val 1576029"/>
                  <a:gd name="f89" fmla="val 1572157"/>
                  <a:gd name="f90" fmla="val 1554089"/>
                  <a:gd name="f91" fmla="val 1516016"/>
                  <a:gd name="f92" fmla="val 1430192"/>
                  <a:gd name="f93" fmla="val 1392335"/>
                  <a:gd name="f94" fmla="val 1374266"/>
                  <a:gd name="f95" fmla="val 1351251"/>
                  <a:gd name="f96" fmla="val 1303069"/>
                  <a:gd name="f97" fmla="+- 0 0 -90"/>
                  <a:gd name="f98" fmla="*/ f3 1 1598829"/>
                  <a:gd name="f99" fmla="*/ f4 1 172724"/>
                  <a:gd name="f100" fmla="val f5"/>
                  <a:gd name="f101" fmla="val f6"/>
                  <a:gd name="f102" fmla="val f7"/>
                  <a:gd name="f103" fmla="*/ f97 f0 1"/>
                  <a:gd name="f104" fmla="+- f102 0 f100"/>
                  <a:gd name="f105" fmla="+- f101 0 f100"/>
                  <a:gd name="f106" fmla="*/ f103 1 f2"/>
                  <a:gd name="f107" fmla="*/ f105 1 1598829"/>
                  <a:gd name="f108" fmla="*/ f104 1 172724"/>
                  <a:gd name="f109" fmla="*/ 1248648 f105 1"/>
                  <a:gd name="f110" fmla="*/ 172724 f104 1"/>
                  <a:gd name="f111" fmla="*/ 1123031 f105 1"/>
                  <a:gd name="f112" fmla="*/ 92492 f104 1"/>
                  <a:gd name="f113" fmla="*/ 1024085 f105 1"/>
                  <a:gd name="f114" fmla="*/ 29253 f104 1"/>
                  <a:gd name="f115" fmla="*/ 925140 f105 1"/>
                  <a:gd name="f116" fmla="*/ 799522 f105 1"/>
                  <a:gd name="f117" fmla="*/ 673905 f105 1"/>
                  <a:gd name="f118" fmla="*/ 574959 f105 1"/>
                  <a:gd name="f119" fmla="*/ 476014 f105 1"/>
                  <a:gd name="f120" fmla="*/ 350396 f105 1"/>
                  <a:gd name="f121" fmla="*/ 224778 f105 1"/>
                  <a:gd name="f122" fmla="*/ 125833 f105 1"/>
                  <a:gd name="f123" fmla="*/ 26887 f105 1"/>
                  <a:gd name="f124" fmla="*/ 0 f105 1"/>
                  <a:gd name="f125" fmla="*/ 80232 f104 1"/>
                  <a:gd name="f126" fmla="*/ 125618 f105 1"/>
                  <a:gd name="f127" fmla="*/ 0 f104 1"/>
                  <a:gd name="f128" fmla="*/ 251235 f105 1"/>
                  <a:gd name="f129" fmla="*/ 350181 f105 1"/>
                  <a:gd name="f130" fmla="*/ 143471 f104 1"/>
                  <a:gd name="f131" fmla="*/ 449126 f105 1"/>
                  <a:gd name="f132" fmla="*/ 574744 f105 1"/>
                  <a:gd name="f133" fmla="*/ 700362 f105 1"/>
                  <a:gd name="f134" fmla="*/ 799307 f105 1"/>
                  <a:gd name="f135" fmla="*/ 898253 f105 1"/>
                  <a:gd name="f136" fmla="*/ 1149703 f105 1"/>
                  <a:gd name="f137" fmla="*/ 1347594 f105 1"/>
                  <a:gd name="f138" fmla="*/ 1473212 f105 1"/>
                  <a:gd name="f139" fmla="*/ 1598829 f105 1"/>
                  <a:gd name="f140" fmla="*/ 1572157 f105 1"/>
                  <a:gd name="f141" fmla="*/ 1374266 f105 1"/>
                  <a:gd name="f142" fmla="+- f106 0 f1"/>
                  <a:gd name="f143" fmla="*/ f109 1 1598829"/>
                  <a:gd name="f144" fmla="*/ f110 1 172724"/>
                  <a:gd name="f145" fmla="*/ f111 1 1598829"/>
                  <a:gd name="f146" fmla="*/ f112 1 172724"/>
                  <a:gd name="f147" fmla="*/ f113 1 1598829"/>
                  <a:gd name="f148" fmla="*/ f114 1 172724"/>
                  <a:gd name="f149" fmla="*/ f115 1 1598829"/>
                  <a:gd name="f150" fmla="*/ f116 1 1598829"/>
                  <a:gd name="f151" fmla="*/ f117 1 1598829"/>
                  <a:gd name="f152" fmla="*/ f118 1 1598829"/>
                  <a:gd name="f153" fmla="*/ f119 1 1598829"/>
                  <a:gd name="f154" fmla="*/ f120 1 1598829"/>
                  <a:gd name="f155" fmla="*/ f121 1 1598829"/>
                  <a:gd name="f156" fmla="*/ f122 1 1598829"/>
                  <a:gd name="f157" fmla="*/ f123 1 1598829"/>
                  <a:gd name="f158" fmla="*/ f124 1 1598829"/>
                  <a:gd name="f159" fmla="*/ f125 1 172724"/>
                  <a:gd name="f160" fmla="*/ f126 1 1598829"/>
                  <a:gd name="f161" fmla="*/ f127 1 172724"/>
                  <a:gd name="f162" fmla="*/ f128 1 1598829"/>
                  <a:gd name="f163" fmla="*/ f129 1 1598829"/>
                  <a:gd name="f164" fmla="*/ f130 1 172724"/>
                  <a:gd name="f165" fmla="*/ f131 1 1598829"/>
                  <a:gd name="f166" fmla="*/ f132 1 1598829"/>
                  <a:gd name="f167" fmla="*/ f133 1 1598829"/>
                  <a:gd name="f168" fmla="*/ f134 1 1598829"/>
                  <a:gd name="f169" fmla="*/ f135 1 1598829"/>
                  <a:gd name="f170" fmla="*/ f136 1 1598829"/>
                  <a:gd name="f171" fmla="*/ f137 1 1598829"/>
                  <a:gd name="f172" fmla="*/ f138 1 1598829"/>
                  <a:gd name="f173" fmla="*/ f139 1 1598829"/>
                  <a:gd name="f174" fmla="*/ f140 1 1598829"/>
                  <a:gd name="f175" fmla="*/ f141 1 1598829"/>
                  <a:gd name="f176" fmla="*/ f100 1 f107"/>
                  <a:gd name="f177" fmla="*/ f101 1 f107"/>
                  <a:gd name="f178" fmla="*/ f100 1 f108"/>
                  <a:gd name="f179" fmla="*/ f102 1 f108"/>
                  <a:gd name="f180" fmla="*/ f143 1 f107"/>
                  <a:gd name="f181" fmla="*/ f144 1 f108"/>
                  <a:gd name="f182" fmla="*/ f145 1 f107"/>
                  <a:gd name="f183" fmla="*/ f146 1 f108"/>
                  <a:gd name="f184" fmla="*/ f147 1 f107"/>
                  <a:gd name="f185" fmla="*/ f148 1 f108"/>
                  <a:gd name="f186" fmla="*/ f149 1 f107"/>
                  <a:gd name="f187" fmla="*/ f150 1 f107"/>
                  <a:gd name="f188" fmla="*/ f151 1 f107"/>
                  <a:gd name="f189" fmla="*/ f152 1 f107"/>
                  <a:gd name="f190" fmla="*/ f153 1 f107"/>
                  <a:gd name="f191" fmla="*/ f154 1 f107"/>
                  <a:gd name="f192" fmla="*/ f155 1 f107"/>
                  <a:gd name="f193" fmla="*/ f156 1 f107"/>
                  <a:gd name="f194" fmla="*/ f157 1 f107"/>
                  <a:gd name="f195" fmla="*/ f158 1 f107"/>
                  <a:gd name="f196" fmla="*/ f159 1 f108"/>
                  <a:gd name="f197" fmla="*/ f160 1 f107"/>
                  <a:gd name="f198" fmla="*/ f161 1 f108"/>
                  <a:gd name="f199" fmla="*/ f162 1 f107"/>
                  <a:gd name="f200" fmla="*/ f163 1 f107"/>
                  <a:gd name="f201" fmla="*/ f164 1 f108"/>
                  <a:gd name="f202" fmla="*/ f165 1 f107"/>
                  <a:gd name="f203" fmla="*/ f166 1 f107"/>
                  <a:gd name="f204" fmla="*/ f167 1 f107"/>
                  <a:gd name="f205" fmla="*/ f168 1 f107"/>
                  <a:gd name="f206" fmla="*/ f169 1 f107"/>
                  <a:gd name="f207" fmla="*/ f170 1 f107"/>
                  <a:gd name="f208" fmla="*/ f171 1 f107"/>
                  <a:gd name="f209" fmla="*/ f172 1 f107"/>
                  <a:gd name="f210" fmla="*/ f173 1 f107"/>
                  <a:gd name="f211" fmla="*/ f174 1 f107"/>
                  <a:gd name="f212" fmla="*/ f175 1 f107"/>
                  <a:gd name="f213" fmla="*/ f176 f98 1"/>
                  <a:gd name="f214" fmla="*/ f177 f98 1"/>
                  <a:gd name="f215" fmla="*/ f179 f99 1"/>
                  <a:gd name="f216" fmla="*/ f178 f99 1"/>
                  <a:gd name="f217" fmla="*/ f180 f98 1"/>
                  <a:gd name="f218" fmla="*/ f181 f99 1"/>
                  <a:gd name="f219" fmla="*/ f182 f98 1"/>
                  <a:gd name="f220" fmla="*/ f183 f99 1"/>
                  <a:gd name="f221" fmla="*/ f184 f98 1"/>
                  <a:gd name="f222" fmla="*/ f185 f99 1"/>
                  <a:gd name="f223" fmla="*/ f186 f98 1"/>
                  <a:gd name="f224" fmla="*/ f187 f98 1"/>
                  <a:gd name="f225" fmla="*/ f188 f98 1"/>
                  <a:gd name="f226" fmla="*/ f189 f98 1"/>
                  <a:gd name="f227" fmla="*/ f190 f98 1"/>
                  <a:gd name="f228" fmla="*/ f191 f98 1"/>
                  <a:gd name="f229" fmla="*/ f192 f98 1"/>
                  <a:gd name="f230" fmla="*/ f193 f98 1"/>
                  <a:gd name="f231" fmla="*/ f194 f98 1"/>
                  <a:gd name="f232" fmla="*/ f195 f98 1"/>
                  <a:gd name="f233" fmla="*/ f196 f99 1"/>
                  <a:gd name="f234" fmla="*/ f197 f98 1"/>
                  <a:gd name="f235" fmla="*/ f198 f99 1"/>
                  <a:gd name="f236" fmla="*/ f199 f98 1"/>
                  <a:gd name="f237" fmla="*/ f200 f98 1"/>
                  <a:gd name="f238" fmla="*/ f201 f99 1"/>
                  <a:gd name="f239" fmla="*/ f202 f98 1"/>
                  <a:gd name="f240" fmla="*/ f203 f98 1"/>
                  <a:gd name="f241" fmla="*/ f204 f98 1"/>
                  <a:gd name="f242" fmla="*/ f205 f98 1"/>
                  <a:gd name="f243" fmla="*/ f206 f98 1"/>
                  <a:gd name="f244" fmla="*/ f207 f98 1"/>
                  <a:gd name="f245" fmla="*/ f208 f98 1"/>
                  <a:gd name="f246" fmla="*/ f209 f98 1"/>
                  <a:gd name="f247" fmla="*/ f210 f98 1"/>
                  <a:gd name="f248" fmla="*/ f211 f98 1"/>
                  <a:gd name="f249" fmla="*/ f212 f9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42">
                    <a:pos x="f217" y="f218"/>
                  </a:cxn>
                  <a:cxn ang="f142">
                    <a:pos x="f219" y="f220"/>
                  </a:cxn>
                  <a:cxn ang="f142">
                    <a:pos x="f221" y="f222"/>
                  </a:cxn>
                  <a:cxn ang="f142">
                    <a:pos x="f223" y="f220"/>
                  </a:cxn>
                  <a:cxn ang="f142">
                    <a:pos x="f224" y="f218"/>
                  </a:cxn>
                  <a:cxn ang="f142">
                    <a:pos x="f224" y="f218"/>
                  </a:cxn>
                  <a:cxn ang="f142">
                    <a:pos x="f225" y="f220"/>
                  </a:cxn>
                  <a:cxn ang="f142">
                    <a:pos x="f226" y="f222"/>
                  </a:cxn>
                  <a:cxn ang="f142">
                    <a:pos x="f227" y="f220"/>
                  </a:cxn>
                  <a:cxn ang="f142">
                    <a:pos x="f228" y="f218"/>
                  </a:cxn>
                  <a:cxn ang="f142">
                    <a:pos x="f229" y="f220"/>
                  </a:cxn>
                  <a:cxn ang="f142">
                    <a:pos x="f230" y="f222"/>
                  </a:cxn>
                  <a:cxn ang="f142">
                    <a:pos x="f231" y="f220"/>
                  </a:cxn>
                  <a:cxn ang="f142">
                    <a:pos x="f232" y="f233"/>
                  </a:cxn>
                  <a:cxn ang="f142">
                    <a:pos x="f234" y="f235"/>
                  </a:cxn>
                  <a:cxn ang="f142">
                    <a:pos x="f236" y="f233"/>
                  </a:cxn>
                  <a:cxn ang="f142">
                    <a:pos x="f237" y="f238"/>
                  </a:cxn>
                  <a:cxn ang="f142">
                    <a:pos x="f239" y="f233"/>
                  </a:cxn>
                  <a:cxn ang="f142">
                    <a:pos x="f240" y="f235"/>
                  </a:cxn>
                  <a:cxn ang="f142">
                    <a:pos x="f241" y="f233"/>
                  </a:cxn>
                  <a:cxn ang="f142">
                    <a:pos x="f242" y="f238"/>
                  </a:cxn>
                  <a:cxn ang="f142">
                    <a:pos x="f242" y="f238"/>
                  </a:cxn>
                  <a:cxn ang="f142">
                    <a:pos x="f243" y="f233"/>
                  </a:cxn>
                  <a:cxn ang="f142">
                    <a:pos x="f221" y="f235"/>
                  </a:cxn>
                  <a:cxn ang="f142">
                    <a:pos x="f244" y="f233"/>
                  </a:cxn>
                  <a:cxn ang="f142">
                    <a:pos x="f217" y="f238"/>
                  </a:cxn>
                  <a:cxn ang="f142">
                    <a:pos x="f245" y="f233"/>
                  </a:cxn>
                  <a:cxn ang="f142">
                    <a:pos x="f246" y="f235"/>
                  </a:cxn>
                  <a:cxn ang="f142">
                    <a:pos x="f247" y="f233"/>
                  </a:cxn>
                  <a:cxn ang="f142">
                    <a:pos x="f248" y="f220"/>
                  </a:cxn>
                  <a:cxn ang="f142">
                    <a:pos x="f246" y="f222"/>
                  </a:cxn>
                  <a:cxn ang="f142">
                    <a:pos x="f249" y="f220"/>
                  </a:cxn>
                  <a:cxn ang="f142">
                    <a:pos x="f217" y="f218"/>
                  </a:cxn>
                </a:cxnLst>
                <a:rect l="f213" t="f216" r="f214" b="f215"/>
                <a:pathLst>
                  <a:path w="1598829" h="172724">
                    <a:moveTo>
                      <a:pt x="f8" y="f7"/>
                    </a:moveTo>
                    <a:cubicBezTo>
                      <a:pt x="f9" y="f7"/>
                      <a:pt x="f10" y="f11"/>
                      <a:pt x="f12" y="f13"/>
                    </a:cubicBezTo>
                    <a:cubicBezTo>
                      <a:pt x="f14" y="f15"/>
                      <a:pt x="f16" y="f17"/>
                      <a:pt x="f18" y="f17"/>
                    </a:cubicBezTo>
                    <a:cubicBezTo>
                      <a:pt x="f19" y="f17"/>
                      <a:pt x="f20" y="f15"/>
                      <a:pt x="f21" y="f13"/>
                    </a:cubicBezTo>
                    <a:cubicBezTo>
                      <a:pt x="f22" y="f11"/>
                      <a:pt x="f23" y="f7"/>
                      <a:pt x="f24" y="f7"/>
                    </a:cubicBezTo>
                    <a:cubicBezTo>
                      <a:pt x="f24" y="f7"/>
                      <a:pt x="f24" y="f7"/>
                      <a:pt x="f24" y="f7"/>
                    </a:cubicBezTo>
                    <a:cubicBezTo>
                      <a:pt x="f25" y="f7"/>
                      <a:pt x="f26" y="f11"/>
                      <a:pt x="f27" y="f13"/>
                    </a:cubicBezTo>
                    <a:cubicBezTo>
                      <a:pt x="f28" y="f15"/>
                      <a:pt x="f29" y="f17"/>
                      <a:pt x="f30" y="f17"/>
                    </a:cubicBezTo>
                    <a:cubicBezTo>
                      <a:pt x="f31" y="f17"/>
                      <a:pt x="f32" y="f15"/>
                      <a:pt x="f33" y="f13"/>
                    </a:cubicBezTo>
                    <a:cubicBezTo>
                      <a:pt x="f34" y="f11"/>
                      <a:pt x="f35" y="f7"/>
                      <a:pt x="f36" y="f7"/>
                    </a:cubicBezTo>
                    <a:cubicBezTo>
                      <a:pt x="f37" y="f7"/>
                      <a:pt x="f38" y="f11"/>
                      <a:pt x="f39" y="f13"/>
                    </a:cubicBezTo>
                    <a:cubicBezTo>
                      <a:pt x="f40" y="f15"/>
                      <a:pt x="f41" y="f17"/>
                      <a:pt x="f42" y="f17"/>
                    </a:cubicBezTo>
                    <a:cubicBezTo>
                      <a:pt x="f43" y="f17"/>
                      <a:pt x="f44" y="f15"/>
                      <a:pt x="f45" y="f13"/>
                    </a:cubicBezTo>
                    <a:lnTo>
                      <a:pt x="f5" y="f46"/>
                    </a:lnTo>
                    <a:cubicBezTo>
                      <a:pt x="f47" y="f48"/>
                      <a:pt x="f49" y="f5"/>
                      <a:pt x="f50" y="f5"/>
                    </a:cubicBezTo>
                    <a:cubicBezTo>
                      <a:pt x="f51" y="f5"/>
                      <a:pt x="f52" y="f48"/>
                      <a:pt x="f53" y="f46"/>
                    </a:cubicBezTo>
                    <a:cubicBezTo>
                      <a:pt x="f54" y="f55"/>
                      <a:pt x="f56" y="f57"/>
                      <a:pt x="f58" y="f57"/>
                    </a:cubicBezTo>
                    <a:cubicBezTo>
                      <a:pt x="f59" y="f57"/>
                      <a:pt x="f60" y="f55"/>
                      <a:pt x="f61" y="f46"/>
                    </a:cubicBezTo>
                    <a:cubicBezTo>
                      <a:pt x="f62" y="f48"/>
                      <a:pt x="f63" y="f5"/>
                      <a:pt x="f64" y="f5"/>
                    </a:cubicBezTo>
                    <a:cubicBezTo>
                      <a:pt x="f65" y="f5"/>
                      <a:pt x="f66" y="f48"/>
                      <a:pt x="f67" y="f46"/>
                    </a:cubicBezTo>
                    <a:cubicBezTo>
                      <a:pt x="f68" y="f55"/>
                      <a:pt x="f69" y="f57"/>
                      <a:pt x="f70" y="f57"/>
                    </a:cubicBezTo>
                    <a:lnTo>
                      <a:pt x="f70" y="f57"/>
                    </a:lnTo>
                    <a:cubicBezTo>
                      <a:pt x="f71" y="f57"/>
                      <a:pt x="f72" y="f55"/>
                      <a:pt x="f73" y="f46"/>
                    </a:cubicBezTo>
                    <a:cubicBezTo>
                      <a:pt x="f74" y="f48"/>
                      <a:pt x="f75" y="f5"/>
                      <a:pt x="f18" y="f5"/>
                    </a:cubicBezTo>
                    <a:cubicBezTo>
                      <a:pt x="f76" y="f5"/>
                      <a:pt x="f77" y="f48"/>
                      <a:pt x="f78" y="f46"/>
                    </a:cubicBezTo>
                    <a:cubicBezTo>
                      <a:pt x="f79" y="f55"/>
                      <a:pt x="f80" y="f57"/>
                      <a:pt x="f8" y="f57"/>
                    </a:cubicBezTo>
                    <a:cubicBezTo>
                      <a:pt x="f81" y="f57"/>
                      <a:pt x="f82" y="f55"/>
                      <a:pt x="f83" y="f46"/>
                    </a:cubicBezTo>
                    <a:cubicBezTo>
                      <a:pt x="f84" y="f48"/>
                      <a:pt x="f85" y="f5"/>
                      <a:pt x="f86" y="f5"/>
                    </a:cubicBezTo>
                    <a:cubicBezTo>
                      <a:pt x="f87" y="f5"/>
                      <a:pt x="f88" y="f48"/>
                      <a:pt x="f6" y="f46"/>
                    </a:cubicBezTo>
                    <a:lnTo>
                      <a:pt x="f89" y="f13"/>
                    </a:lnTo>
                    <a:cubicBezTo>
                      <a:pt x="f90" y="f15"/>
                      <a:pt x="f91" y="f17"/>
                      <a:pt x="f86" y="f17"/>
                    </a:cubicBezTo>
                    <a:cubicBezTo>
                      <a:pt x="f92" y="f17"/>
                      <a:pt x="f93" y="f15"/>
                      <a:pt x="f94" y="f13"/>
                    </a:cubicBezTo>
                    <a:cubicBezTo>
                      <a:pt x="f95" y="f11"/>
                      <a:pt x="f96" y="f7"/>
                      <a:pt x="f8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</p:grpSp>
      </p:grpSp>
      <p:grpSp>
        <p:nvGrpSpPr>
          <p:cNvPr id="22" name="Group 4176">
            <a:extLst>
              <a:ext uri="{FF2B5EF4-FFF2-40B4-BE49-F238E27FC236}">
                <a16:creationId xmlns:a16="http://schemas.microsoft.com/office/drawing/2014/main" id="{DA2E30B8-71E5-80C7-D9C6-32ED2DEDCB1F}"/>
              </a:ext>
            </a:extLst>
          </p:cNvPr>
          <p:cNvGrpSpPr/>
          <p:nvPr/>
        </p:nvGrpSpPr>
        <p:grpSpPr>
          <a:xfrm>
            <a:off x="9816678" y="4575282"/>
            <a:ext cx="1781104" cy="1781132"/>
            <a:chOff x="9816678" y="4575282"/>
            <a:chExt cx="1781104" cy="1781132"/>
          </a:xfrm>
        </p:grpSpPr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C4DD0BE6-2027-0694-917F-652492D56D44}"/>
                </a:ext>
              </a:extLst>
            </p:cNvPr>
            <p:cNvGrpSpPr/>
            <p:nvPr/>
          </p:nvGrpSpPr>
          <p:grpSpPr>
            <a:xfrm>
              <a:off x="9816678" y="4575282"/>
              <a:ext cx="1781104" cy="1781132"/>
              <a:chOff x="9816678" y="4575282"/>
              <a:chExt cx="1781104" cy="1781132"/>
            </a:xfrm>
          </p:grpSpPr>
          <p:sp>
            <p:nvSpPr>
              <p:cNvPr id="24" name="Freeform: Shape 4348">
                <a:extLst>
                  <a:ext uri="{FF2B5EF4-FFF2-40B4-BE49-F238E27FC236}">
                    <a16:creationId xmlns:a16="http://schemas.microsoft.com/office/drawing/2014/main" id="{56C019E7-4C5C-DCFF-4D61-146F838EC776}"/>
                  </a:ext>
                </a:extLst>
              </p:cNvPr>
              <p:cNvSpPr/>
              <p:nvPr/>
            </p:nvSpPr>
            <p:spPr>
              <a:xfrm>
                <a:off x="9816678" y="4575282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7"/>
                  <a:gd name="f8" fmla="val 7049"/>
                  <a:gd name="f9" fmla="val 10954"/>
                  <a:gd name="f10" fmla="val 11049"/>
                  <a:gd name="f11" fmla="val 7144"/>
                  <a:gd name="f12" fmla="val 3239"/>
                  <a:gd name="f13" fmla="val 3143"/>
                  <a:gd name="f14" fmla="+- 0 0 -90"/>
                  <a:gd name="f15" fmla="*/ f3 1 14192"/>
                  <a:gd name="f16" fmla="*/ f4 1 14097"/>
                  <a:gd name="f17" fmla="val f5"/>
                  <a:gd name="f18" fmla="val f6"/>
                  <a:gd name="f19" fmla="val f7"/>
                  <a:gd name="f20" fmla="*/ f14 f0 1"/>
                  <a:gd name="f21" fmla="+- f19 0 f17"/>
                  <a:gd name="f22" fmla="+- f18 0 f17"/>
                  <a:gd name="f23" fmla="*/ f20 1 f2"/>
                  <a:gd name="f24" fmla="*/ f22 1 14192"/>
                  <a:gd name="f25" fmla="*/ f21 1 14097"/>
                  <a:gd name="f26" fmla="*/ 14192 f22 1"/>
                  <a:gd name="f27" fmla="*/ 7049 f21 1"/>
                  <a:gd name="f28" fmla="*/ 7144 f22 1"/>
                  <a:gd name="f29" fmla="*/ 14097 f21 1"/>
                  <a:gd name="f30" fmla="*/ 0 f22 1"/>
                  <a:gd name="f31" fmla="*/ 7049 f22 1"/>
                  <a:gd name="f32" fmla="*/ 0 f21 1"/>
                  <a:gd name="f33" fmla="+- f23 0 f1"/>
                  <a:gd name="f34" fmla="*/ f26 1 14192"/>
                  <a:gd name="f35" fmla="*/ f27 1 14097"/>
                  <a:gd name="f36" fmla="*/ f28 1 14192"/>
                  <a:gd name="f37" fmla="*/ f29 1 14097"/>
                  <a:gd name="f38" fmla="*/ f30 1 14192"/>
                  <a:gd name="f39" fmla="*/ f31 1 14192"/>
                  <a:gd name="f40" fmla="*/ f32 1 14097"/>
                  <a:gd name="f41" fmla="*/ f17 1 f24"/>
                  <a:gd name="f42" fmla="*/ f18 1 f24"/>
                  <a:gd name="f43" fmla="*/ f17 1 f25"/>
                  <a:gd name="f44" fmla="*/ f19 1 f25"/>
                  <a:gd name="f45" fmla="*/ f34 1 f24"/>
                  <a:gd name="f46" fmla="*/ f35 1 f25"/>
                  <a:gd name="f47" fmla="*/ f36 1 f24"/>
                  <a:gd name="f48" fmla="*/ f37 1 f25"/>
                  <a:gd name="f49" fmla="*/ f38 1 f24"/>
                  <a:gd name="f50" fmla="*/ f39 1 f24"/>
                  <a:gd name="f51" fmla="*/ f40 1 f25"/>
                  <a:gd name="f52" fmla="*/ f41 f15 1"/>
                  <a:gd name="f53" fmla="*/ f42 f15 1"/>
                  <a:gd name="f54" fmla="*/ f44 f16 1"/>
                  <a:gd name="f55" fmla="*/ f43 f16 1"/>
                  <a:gd name="f56" fmla="*/ f45 f15 1"/>
                  <a:gd name="f57" fmla="*/ f46 f16 1"/>
                  <a:gd name="f58" fmla="*/ f47 f15 1"/>
                  <a:gd name="f59" fmla="*/ f48 f16 1"/>
                  <a:gd name="f60" fmla="*/ f49 f15 1"/>
                  <a:gd name="f61" fmla="*/ f50 f15 1"/>
                  <a:gd name="f62" fmla="*/ f51 f1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56" y="f57"/>
                  </a:cxn>
                  <a:cxn ang="f33">
                    <a:pos x="f58" y="f59"/>
                  </a:cxn>
                  <a:cxn ang="f33">
                    <a:pos x="f60" y="f57"/>
                  </a:cxn>
                  <a:cxn ang="f33">
                    <a:pos x="f61" y="f62"/>
                  </a:cxn>
                  <a:cxn ang="f33">
                    <a:pos x="f56" y="f57"/>
                  </a:cxn>
                </a:cxnLst>
                <a:rect l="f52" t="f55" r="f53" b="f54"/>
                <a:pathLst>
                  <a:path w="14192" h="14097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3" y="f5"/>
                      <a:pt x="f8" y="f5"/>
                    </a:cubicBezTo>
                    <a:cubicBezTo>
                      <a:pt x="f9" y="f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" name="Freeform: Shape 4349">
                <a:extLst>
                  <a:ext uri="{FF2B5EF4-FFF2-40B4-BE49-F238E27FC236}">
                    <a16:creationId xmlns:a16="http://schemas.microsoft.com/office/drawing/2014/main" id="{0A88DD08-6527-629C-3068-2AED12328F1E}"/>
                  </a:ext>
                </a:extLst>
              </p:cNvPr>
              <p:cNvSpPr/>
              <p:nvPr/>
            </p:nvSpPr>
            <p:spPr>
              <a:xfrm>
                <a:off x="9962333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" name="Freeform: Shape 4350">
                <a:extLst>
                  <a:ext uri="{FF2B5EF4-FFF2-40B4-BE49-F238E27FC236}">
                    <a16:creationId xmlns:a16="http://schemas.microsoft.com/office/drawing/2014/main" id="{55B606B5-547D-04DE-0814-7C2201B2F2D2}"/>
                  </a:ext>
                </a:extLst>
              </p:cNvPr>
              <p:cNvSpPr/>
              <p:nvPr/>
            </p:nvSpPr>
            <p:spPr>
              <a:xfrm>
                <a:off x="10107750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" name="Freeform: Shape 4351">
                <a:extLst>
                  <a:ext uri="{FF2B5EF4-FFF2-40B4-BE49-F238E27FC236}">
                    <a16:creationId xmlns:a16="http://schemas.microsoft.com/office/drawing/2014/main" id="{CDD4FF72-D857-2455-CE52-6C1BB25E04B1}"/>
                  </a:ext>
                </a:extLst>
              </p:cNvPr>
              <p:cNvSpPr/>
              <p:nvPr/>
            </p:nvSpPr>
            <p:spPr>
              <a:xfrm>
                <a:off x="10253395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" name="Freeform: Shape 4352">
                <a:extLst>
                  <a:ext uri="{FF2B5EF4-FFF2-40B4-BE49-F238E27FC236}">
                    <a16:creationId xmlns:a16="http://schemas.microsoft.com/office/drawing/2014/main" id="{5273EA85-3BB2-CA19-77E2-EEDC6307EC92}"/>
                  </a:ext>
                </a:extLst>
              </p:cNvPr>
              <p:cNvSpPr/>
              <p:nvPr/>
            </p:nvSpPr>
            <p:spPr>
              <a:xfrm>
                <a:off x="10398812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" name="Freeform: Shape 4353">
                <a:extLst>
                  <a:ext uri="{FF2B5EF4-FFF2-40B4-BE49-F238E27FC236}">
                    <a16:creationId xmlns:a16="http://schemas.microsoft.com/office/drawing/2014/main" id="{F80A98EF-449C-C94F-CD77-6B27098FFD21}"/>
                  </a:ext>
                </a:extLst>
              </p:cNvPr>
              <p:cNvSpPr/>
              <p:nvPr/>
            </p:nvSpPr>
            <p:spPr>
              <a:xfrm>
                <a:off x="10544467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" name="Freeform: Shape 4354">
                <a:extLst>
                  <a:ext uri="{FF2B5EF4-FFF2-40B4-BE49-F238E27FC236}">
                    <a16:creationId xmlns:a16="http://schemas.microsoft.com/office/drawing/2014/main" id="{CCA37822-D650-BEC6-8ACC-E506C4ABF2CE}"/>
                  </a:ext>
                </a:extLst>
              </p:cNvPr>
              <p:cNvSpPr/>
              <p:nvPr/>
            </p:nvSpPr>
            <p:spPr>
              <a:xfrm>
                <a:off x="10689884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" name="Freeform: Shape 4355">
                <a:extLst>
                  <a:ext uri="{FF2B5EF4-FFF2-40B4-BE49-F238E27FC236}">
                    <a16:creationId xmlns:a16="http://schemas.microsoft.com/office/drawing/2014/main" id="{B9AFB347-C747-C7EE-D961-2273D0136224}"/>
                  </a:ext>
                </a:extLst>
              </p:cNvPr>
              <p:cNvSpPr/>
              <p:nvPr/>
            </p:nvSpPr>
            <p:spPr>
              <a:xfrm>
                <a:off x="9816678" y="4720928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7"/>
                  <a:gd name="f8" fmla="val 7049"/>
                  <a:gd name="f9" fmla="val 10954"/>
                  <a:gd name="f10" fmla="val 11049"/>
                  <a:gd name="f11" fmla="val 7144"/>
                  <a:gd name="f12" fmla="val 3239"/>
                  <a:gd name="f13" fmla="val 3143"/>
                  <a:gd name="f14" fmla="+- 0 0 -90"/>
                  <a:gd name="f15" fmla="*/ f3 1 14192"/>
                  <a:gd name="f16" fmla="*/ f4 1 14097"/>
                  <a:gd name="f17" fmla="val f5"/>
                  <a:gd name="f18" fmla="val f6"/>
                  <a:gd name="f19" fmla="val f7"/>
                  <a:gd name="f20" fmla="*/ f14 f0 1"/>
                  <a:gd name="f21" fmla="+- f19 0 f17"/>
                  <a:gd name="f22" fmla="+- f18 0 f17"/>
                  <a:gd name="f23" fmla="*/ f20 1 f2"/>
                  <a:gd name="f24" fmla="*/ f22 1 14192"/>
                  <a:gd name="f25" fmla="*/ f21 1 14097"/>
                  <a:gd name="f26" fmla="*/ 14192 f22 1"/>
                  <a:gd name="f27" fmla="*/ 7049 f21 1"/>
                  <a:gd name="f28" fmla="*/ 7144 f22 1"/>
                  <a:gd name="f29" fmla="*/ 14097 f21 1"/>
                  <a:gd name="f30" fmla="*/ 0 f22 1"/>
                  <a:gd name="f31" fmla="*/ 7049 f22 1"/>
                  <a:gd name="f32" fmla="*/ 0 f21 1"/>
                  <a:gd name="f33" fmla="+- f23 0 f1"/>
                  <a:gd name="f34" fmla="*/ f26 1 14192"/>
                  <a:gd name="f35" fmla="*/ f27 1 14097"/>
                  <a:gd name="f36" fmla="*/ f28 1 14192"/>
                  <a:gd name="f37" fmla="*/ f29 1 14097"/>
                  <a:gd name="f38" fmla="*/ f30 1 14192"/>
                  <a:gd name="f39" fmla="*/ f31 1 14192"/>
                  <a:gd name="f40" fmla="*/ f32 1 14097"/>
                  <a:gd name="f41" fmla="*/ f17 1 f24"/>
                  <a:gd name="f42" fmla="*/ f18 1 f24"/>
                  <a:gd name="f43" fmla="*/ f17 1 f25"/>
                  <a:gd name="f44" fmla="*/ f19 1 f25"/>
                  <a:gd name="f45" fmla="*/ f34 1 f24"/>
                  <a:gd name="f46" fmla="*/ f35 1 f25"/>
                  <a:gd name="f47" fmla="*/ f36 1 f24"/>
                  <a:gd name="f48" fmla="*/ f37 1 f25"/>
                  <a:gd name="f49" fmla="*/ f38 1 f24"/>
                  <a:gd name="f50" fmla="*/ f39 1 f24"/>
                  <a:gd name="f51" fmla="*/ f40 1 f25"/>
                  <a:gd name="f52" fmla="*/ f41 f15 1"/>
                  <a:gd name="f53" fmla="*/ f42 f15 1"/>
                  <a:gd name="f54" fmla="*/ f44 f16 1"/>
                  <a:gd name="f55" fmla="*/ f43 f16 1"/>
                  <a:gd name="f56" fmla="*/ f45 f15 1"/>
                  <a:gd name="f57" fmla="*/ f46 f16 1"/>
                  <a:gd name="f58" fmla="*/ f47 f15 1"/>
                  <a:gd name="f59" fmla="*/ f48 f16 1"/>
                  <a:gd name="f60" fmla="*/ f49 f15 1"/>
                  <a:gd name="f61" fmla="*/ f50 f15 1"/>
                  <a:gd name="f62" fmla="*/ f51 f1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56" y="f57"/>
                  </a:cxn>
                  <a:cxn ang="f33">
                    <a:pos x="f58" y="f59"/>
                  </a:cxn>
                  <a:cxn ang="f33">
                    <a:pos x="f60" y="f57"/>
                  </a:cxn>
                  <a:cxn ang="f33">
                    <a:pos x="f61" y="f62"/>
                  </a:cxn>
                  <a:cxn ang="f33">
                    <a:pos x="f56" y="f57"/>
                  </a:cxn>
                </a:cxnLst>
                <a:rect l="f52" t="f55" r="f53" b="f54"/>
                <a:pathLst>
                  <a:path w="14192" h="14097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3" y="f5"/>
                      <a:pt x="f8" y="f5"/>
                    </a:cubicBezTo>
                    <a:cubicBezTo>
                      <a:pt x="f9" y="f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" name="Freeform: Shape 4356">
                <a:extLst>
                  <a:ext uri="{FF2B5EF4-FFF2-40B4-BE49-F238E27FC236}">
                    <a16:creationId xmlns:a16="http://schemas.microsoft.com/office/drawing/2014/main" id="{E77EE5F4-25F5-6448-5453-D033080B0CAE}"/>
                  </a:ext>
                </a:extLst>
              </p:cNvPr>
              <p:cNvSpPr/>
              <p:nvPr/>
            </p:nvSpPr>
            <p:spPr>
              <a:xfrm>
                <a:off x="9962333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" name="Freeform: Shape 4357">
                <a:extLst>
                  <a:ext uri="{FF2B5EF4-FFF2-40B4-BE49-F238E27FC236}">
                    <a16:creationId xmlns:a16="http://schemas.microsoft.com/office/drawing/2014/main" id="{AA941392-E85A-F6BC-88A5-AFE169F3722F}"/>
                  </a:ext>
                </a:extLst>
              </p:cNvPr>
              <p:cNvSpPr/>
              <p:nvPr/>
            </p:nvSpPr>
            <p:spPr>
              <a:xfrm>
                <a:off x="10107750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" name="Freeform: Shape 4358">
                <a:extLst>
                  <a:ext uri="{FF2B5EF4-FFF2-40B4-BE49-F238E27FC236}">
                    <a16:creationId xmlns:a16="http://schemas.microsoft.com/office/drawing/2014/main" id="{EF3D7386-2C25-9EEC-89F9-857EC6E8B3FF}"/>
                  </a:ext>
                </a:extLst>
              </p:cNvPr>
              <p:cNvSpPr/>
              <p:nvPr/>
            </p:nvSpPr>
            <p:spPr>
              <a:xfrm>
                <a:off x="10253395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" name="Freeform: Shape 4359">
                <a:extLst>
                  <a:ext uri="{FF2B5EF4-FFF2-40B4-BE49-F238E27FC236}">
                    <a16:creationId xmlns:a16="http://schemas.microsoft.com/office/drawing/2014/main" id="{AE1E829E-8684-7B6F-2F53-58D8C05D49E4}"/>
                  </a:ext>
                </a:extLst>
              </p:cNvPr>
              <p:cNvSpPr/>
              <p:nvPr/>
            </p:nvSpPr>
            <p:spPr>
              <a:xfrm>
                <a:off x="10398812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6" name="Freeform: Shape 4360">
                <a:extLst>
                  <a:ext uri="{FF2B5EF4-FFF2-40B4-BE49-F238E27FC236}">
                    <a16:creationId xmlns:a16="http://schemas.microsoft.com/office/drawing/2014/main" id="{041CC627-538A-F4BF-06BE-B7194505F360}"/>
                  </a:ext>
                </a:extLst>
              </p:cNvPr>
              <p:cNvSpPr/>
              <p:nvPr/>
            </p:nvSpPr>
            <p:spPr>
              <a:xfrm>
                <a:off x="10544467" y="472092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54"/>
                  <a:gd name="f9" fmla="val 7048"/>
                  <a:gd name="f10" fmla="val 3143"/>
                  <a:gd name="f11" fmla="+- 0 0 -90"/>
                  <a:gd name="f12" fmla="*/ f3 1 14097"/>
                  <a:gd name="f13" fmla="*/ f4 1 14097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7"/>
                  <a:gd name="f20" fmla="*/ 14097 f17 1"/>
                  <a:gd name="f21" fmla="*/ 7049 f17 1"/>
                  <a:gd name="f22" fmla="*/ 7048 f17 1"/>
                  <a:gd name="f23" fmla="*/ 0 f17 1"/>
                  <a:gd name="f24" fmla="+- f18 0 f1"/>
                  <a:gd name="f25" fmla="*/ f20 1 14097"/>
                  <a:gd name="f26" fmla="*/ f21 1 14097"/>
                  <a:gd name="f27" fmla="*/ f22 1 14097"/>
                  <a:gd name="f28" fmla="*/ f23 1 14097"/>
                  <a:gd name="f29" fmla="*/ f14 1 f19"/>
                  <a:gd name="f30" fmla="*/ f15 1 f19"/>
                  <a:gd name="f31" fmla="*/ f25 1 f19"/>
                  <a:gd name="f32" fmla="*/ f26 1 f19"/>
                  <a:gd name="f33" fmla="*/ f27 1 f19"/>
                  <a:gd name="f34" fmla="*/ f28 1 f19"/>
                  <a:gd name="f35" fmla="*/ f29 f12 1"/>
                  <a:gd name="f36" fmla="*/ f30 f12 1"/>
                  <a:gd name="f37" fmla="*/ f30 f13 1"/>
                  <a:gd name="f38" fmla="*/ f29 f13 1"/>
                  <a:gd name="f39" fmla="*/ f31 f12 1"/>
                  <a:gd name="f40" fmla="*/ f32 f13 1"/>
                  <a:gd name="f41" fmla="*/ f33 f12 1"/>
                  <a:gd name="f42" fmla="*/ f31 f13 1"/>
                  <a:gd name="f43" fmla="*/ f34 f12 1"/>
                  <a:gd name="f44" fmla="*/ f34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9" y="f40"/>
                  </a:cxn>
                  <a:cxn ang="f24">
                    <a:pos x="f41" y="f42"/>
                  </a:cxn>
                  <a:cxn ang="f24">
                    <a:pos x="f43" y="f40"/>
                  </a:cxn>
                  <a:cxn ang="f24">
                    <a:pos x="f41" y="f44"/>
                  </a:cxn>
                  <a:cxn ang="f24">
                    <a:pos x="f39" y="f40"/>
                  </a:cxn>
                </a:cxnLst>
                <a:rect l="f35" t="f38" r="f36" b="f37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9" y="f6"/>
                    </a:cubicBezTo>
                    <a:cubicBezTo>
                      <a:pt x="f10" y="f6"/>
                      <a:pt x="f5" y="f8"/>
                      <a:pt x="f5" y="f7"/>
                    </a:cubicBezTo>
                    <a:cubicBezTo>
                      <a:pt x="f5" y="f10"/>
                      <a:pt x="f10" y="f5"/>
                      <a:pt x="f9" y="f5"/>
                    </a:cubicBezTo>
                    <a:cubicBezTo>
                      <a:pt x="f8" y="f5"/>
                      <a:pt x="f6" y="f10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7" name="Freeform: Shape 4361">
                <a:extLst>
                  <a:ext uri="{FF2B5EF4-FFF2-40B4-BE49-F238E27FC236}">
                    <a16:creationId xmlns:a16="http://schemas.microsoft.com/office/drawing/2014/main" id="{07EA57E4-875A-719C-BE7E-0DDAE1C28748}"/>
                  </a:ext>
                </a:extLst>
              </p:cNvPr>
              <p:cNvSpPr/>
              <p:nvPr/>
            </p:nvSpPr>
            <p:spPr>
              <a:xfrm>
                <a:off x="10689884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8" name="Freeform: Shape 4362">
                <a:extLst>
                  <a:ext uri="{FF2B5EF4-FFF2-40B4-BE49-F238E27FC236}">
                    <a16:creationId xmlns:a16="http://schemas.microsoft.com/office/drawing/2014/main" id="{212DAE1E-A6DA-0AE6-FF8D-330B147BE1B5}"/>
                  </a:ext>
                </a:extLst>
              </p:cNvPr>
              <p:cNvSpPr/>
              <p:nvPr/>
            </p:nvSpPr>
            <p:spPr>
              <a:xfrm>
                <a:off x="9816678" y="4866354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9" name="Freeform: Shape 4363">
                <a:extLst>
                  <a:ext uri="{FF2B5EF4-FFF2-40B4-BE49-F238E27FC236}">
                    <a16:creationId xmlns:a16="http://schemas.microsoft.com/office/drawing/2014/main" id="{4F7AEAEA-2D27-AE7B-4490-392A39FAE070}"/>
                  </a:ext>
                </a:extLst>
              </p:cNvPr>
              <p:cNvSpPr/>
              <p:nvPr/>
            </p:nvSpPr>
            <p:spPr>
              <a:xfrm>
                <a:off x="9962333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0" name="Freeform: Shape 4364">
                <a:extLst>
                  <a:ext uri="{FF2B5EF4-FFF2-40B4-BE49-F238E27FC236}">
                    <a16:creationId xmlns:a16="http://schemas.microsoft.com/office/drawing/2014/main" id="{2273189C-2F72-79C9-2694-9699C3D0D825}"/>
                  </a:ext>
                </a:extLst>
              </p:cNvPr>
              <p:cNvSpPr/>
              <p:nvPr/>
            </p:nvSpPr>
            <p:spPr>
              <a:xfrm>
                <a:off x="10107750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1" name="Freeform: Shape 4365">
                <a:extLst>
                  <a:ext uri="{FF2B5EF4-FFF2-40B4-BE49-F238E27FC236}">
                    <a16:creationId xmlns:a16="http://schemas.microsoft.com/office/drawing/2014/main" id="{9D4C0955-2B41-F3D4-1F7C-DFDD9AA74448}"/>
                  </a:ext>
                </a:extLst>
              </p:cNvPr>
              <p:cNvSpPr/>
              <p:nvPr/>
            </p:nvSpPr>
            <p:spPr>
              <a:xfrm>
                <a:off x="10253395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2" name="Freeform: Shape 4366">
                <a:extLst>
                  <a:ext uri="{FF2B5EF4-FFF2-40B4-BE49-F238E27FC236}">
                    <a16:creationId xmlns:a16="http://schemas.microsoft.com/office/drawing/2014/main" id="{8AAC8E17-D78F-A1BF-7D06-2A4E7D46DB7F}"/>
                  </a:ext>
                </a:extLst>
              </p:cNvPr>
              <p:cNvSpPr/>
              <p:nvPr/>
            </p:nvSpPr>
            <p:spPr>
              <a:xfrm>
                <a:off x="10398812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3" name="Freeform: Shape 4367">
                <a:extLst>
                  <a:ext uri="{FF2B5EF4-FFF2-40B4-BE49-F238E27FC236}">
                    <a16:creationId xmlns:a16="http://schemas.microsoft.com/office/drawing/2014/main" id="{BD669FBC-8553-66BD-983E-2FD983E54850}"/>
                  </a:ext>
                </a:extLst>
              </p:cNvPr>
              <p:cNvSpPr/>
              <p:nvPr/>
            </p:nvSpPr>
            <p:spPr>
              <a:xfrm>
                <a:off x="10544467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4" name="Freeform: Shape 4368">
                <a:extLst>
                  <a:ext uri="{FF2B5EF4-FFF2-40B4-BE49-F238E27FC236}">
                    <a16:creationId xmlns:a16="http://schemas.microsoft.com/office/drawing/2014/main" id="{B7C9C196-AF95-1CA1-75D7-611591AC2838}"/>
                  </a:ext>
                </a:extLst>
              </p:cNvPr>
              <p:cNvSpPr/>
              <p:nvPr/>
            </p:nvSpPr>
            <p:spPr>
              <a:xfrm>
                <a:off x="10689884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5" name="Freeform: Shape 4369">
                <a:extLst>
                  <a:ext uri="{FF2B5EF4-FFF2-40B4-BE49-F238E27FC236}">
                    <a16:creationId xmlns:a16="http://schemas.microsoft.com/office/drawing/2014/main" id="{D0FAB16F-3AA2-8188-2F66-253F89DD07CF}"/>
                  </a:ext>
                </a:extLst>
              </p:cNvPr>
              <p:cNvSpPr/>
              <p:nvPr/>
            </p:nvSpPr>
            <p:spPr>
              <a:xfrm>
                <a:off x="9816678" y="5012000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6" name="Freeform: Shape 4370">
                <a:extLst>
                  <a:ext uri="{FF2B5EF4-FFF2-40B4-BE49-F238E27FC236}">
                    <a16:creationId xmlns:a16="http://schemas.microsoft.com/office/drawing/2014/main" id="{1E8B6C45-3ABB-A2C0-721B-2B73819D1FBC}"/>
                  </a:ext>
                </a:extLst>
              </p:cNvPr>
              <p:cNvSpPr/>
              <p:nvPr/>
            </p:nvSpPr>
            <p:spPr>
              <a:xfrm>
                <a:off x="9962333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7" name="Freeform: Shape 4371">
                <a:extLst>
                  <a:ext uri="{FF2B5EF4-FFF2-40B4-BE49-F238E27FC236}">
                    <a16:creationId xmlns:a16="http://schemas.microsoft.com/office/drawing/2014/main" id="{60D021AA-DA87-0CBB-93F9-950FFB6B3749}"/>
                  </a:ext>
                </a:extLst>
              </p:cNvPr>
              <p:cNvSpPr/>
              <p:nvPr/>
            </p:nvSpPr>
            <p:spPr>
              <a:xfrm>
                <a:off x="10107750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8" name="Freeform: Shape 4372">
                <a:extLst>
                  <a:ext uri="{FF2B5EF4-FFF2-40B4-BE49-F238E27FC236}">
                    <a16:creationId xmlns:a16="http://schemas.microsoft.com/office/drawing/2014/main" id="{95F4C2EC-08BA-E1CA-85DE-2EA8392A2DA5}"/>
                  </a:ext>
                </a:extLst>
              </p:cNvPr>
              <p:cNvSpPr/>
              <p:nvPr/>
            </p:nvSpPr>
            <p:spPr>
              <a:xfrm>
                <a:off x="10253395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49" name="Freeform: Shape 4373">
                <a:extLst>
                  <a:ext uri="{FF2B5EF4-FFF2-40B4-BE49-F238E27FC236}">
                    <a16:creationId xmlns:a16="http://schemas.microsoft.com/office/drawing/2014/main" id="{049EE75E-5781-A15A-670A-E69B437CBED9}"/>
                  </a:ext>
                </a:extLst>
              </p:cNvPr>
              <p:cNvSpPr/>
              <p:nvPr/>
            </p:nvSpPr>
            <p:spPr>
              <a:xfrm>
                <a:off x="10398812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0" name="Freeform: Shape 4374">
                <a:extLst>
                  <a:ext uri="{FF2B5EF4-FFF2-40B4-BE49-F238E27FC236}">
                    <a16:creationId xmlns:a16="http://schemas.microsoft.com/office/drawing/2014/main" id="{300FDA74-3DFA-3619-0E8F-3F22D29B0D67}"/>
                  </a:ext>
                </a:extLst>
              </p:cNvPr>
              <p:cNvSpPr/>
              <p:nvPr/>
            </p:nvSpPr>
            <p:spPr>
              <a:xfrm>
                <a:off x="10544467" y="501200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1" name="Freeform: Shape 4375">
                <a:extLst>
                  <a:ext uri="{FF2B5EF4-FFF2-40B4-BE49-F238E27FC236}">
                    <a16:creationId xmlns:a16="http://schemas.microsoft.com/office/drawing/2014/main" id="{1D52D924-8EAB-C359-754E-4E5A44BF06AA}"/>
                  </a:ext>
                </a:extLst>
              </p:cNvPr>
              <p:cNvSpPr/>
              <p:nvPr/>
            </p:nvSpPr>
            <p:spPr>
              <a:xfrm>
                <a:off x="10689884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2" name="Freeform: Shape 4376">
                <a:extLst>
                  <a:ext uri="{FF2B5EF4-FFF2-40B4-BE49-F238E27FC236}">
                    <a16:creationId xmlns:a16="http://schemas.microsoft.com/office/drawing/2014/main" id="{B0ACC1AB-CCE7-3EA8-3166-B44E7FD21984}"/>
                  </a:ext>
                </a:extLst>
              </p:cNvPr>
              <p:cNvSpPr/>
              <p:nvPr/>
            </p:nvSpPr>
            <p:spPr>
              <a:xfrm>
                <a:off x="9816678" y="5157426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3" name="Freeform: Shape 4377">
                <a:extLst>
                  <a:ext uri="{FF2B5EF4-FFF2-40B4-BE49-F238E27FC236}">
                    <a16:creationId xmlns:a16="http://schemas.microsoft.com/office/drawing/2014/main" id="{EC66BDAB-E7B2-C37B-0F1B-C4F39BA3FD47}"/>
                  </a:ext>
                </a:extLst>
              </p:cNvPr>
              <p:cNvSpPr/>
              <p:nvPr/>
            </p:nvSpPr>
            <p:spPr>
              <a:xfrm>
                <a:off x="9962333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4" name="Freeform: Shape 4378">
                <a:extLst>
                  <a:ext uri="{FF2B5EF4-FFF2-40B4-BE49-F238E27FC236}">
                    <a16:creationId xmlns:a16="http://schemas.microsoft.com/office/drawing/2014/main" id="{34E6A0B4-12FE-08AB-0F14-55EDEE942165}"/>
                  </a:ext>
                </a:extLst>
              </p:cNvPr>
              <p:cNvSpPr/>
              <p:nvPr/>
            </p:nvSpPr>
            <p:spPr>
              <a:xfrm>
                <a:off x="10107750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5" name="Freeform: Shape 4379">
                <a:extLst>
                  <a:ext uri="{FF2B5EF4-FFF2-40B4-BE49-F238E27FC236}">
                    <a16:creationId xmlns:a16="http://schemas.microsoft.com/office/drawing/2014/main" id="{7B2AFC25-950A-B95B-7240-865C595F605E}"/>
                  </a:ext>
                </a:extLst>
              </p:cNvPr>
              <p:cNvSpPr/>
              <p:nvPr/>
            </p:nvSpPr>
            <p:spPr>
              <a:xfrm>
                <a:off x="10253395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6" name="Freeform: Shape 4380">
                <a:extLst>
                  <a:ext uri="{FF2B5EF4-FFF2-40B4-BE49-F238E27FC236}">
                    <a16:creationId xmlns:a16="http://schemas.microsoft.com/office/drawing/2014/main" id="{24E0599D-F417-76B7-FC37-35EB3D9072BA}"/>
                  </a:ext>
                </a:extLst>
              </p:cNvPr>
              <p:cNvSpPr/>
              <p:nvPr/>
            </p:nvSpPr>
            <p:spPr>
              <a:xfrm>
                <a:off x="10398812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7" name="Freeform: Shape 4381">
                <a:extLst>
                  <a:ext uri="{FF2B5EF4-FFF2-40B4-BE49-F238E27FC236}">
                    <a16:creationId xmlns:a16="http://schemas.microsoft.com/office/drawing/2014/main" id="{86D14140-CFC9-8501-080F-2D74ACB3412A}"/>
                  </a:ext>
                </a:extLst>
              </p:cNvPr>
              <p:cNvSpPr/>
              <p:nvPr/>
            </p:nvSpPr>
            <p:spPr>
              <a:xfrm>
                <a:off x="10544467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8" name="Freeform: Shape 4382">
                <a:extLst>
                  <a:ext uri="{FF2B5EF4-FFF2-40B4-BE49-F238E27FC236}">
                    <a16:creationId xmlns:a16="http://schemas.microsoft.com/office/drawing/2014/main" id="{E2A36DD1-ED49-B211-B68D-616EEC67E9FF}"/>
                  </a:ext>
                </a:extLst>
              </p:cNvPr>
              <p:cNvSpPr/>
              <p:nvPr/>
            </p:nvSpPr>
            <p:spPr>
              <a:xfrm>
                <a:off x="10689884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59" name="Freeform: Shape 4383">
                <a:extLst>
                  <a:ext uri="{FF2B5EF4-FFF2-40B4-BE49-F238E27FC236}">
                    <a16:creationId xmlns:a16="http://schemas.microsoft.com/office/drawing/2014/main" id="{37A65EB7-E843-90BE-2061-B48CA160D55B}"/>
                  </a:ext>
                </a:extLst>
              </p:cNvPr>
              <p:cNvSpPr/>
              <p:nvPr/>
            </p:nvSpPr>
            <p:spPr>
              <a:xfrm>
                <a:off x="9816678" y="5303071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7"/>
                  <a:gd name="f8" fmla="val 7048"/>
                  <a:gd name="f9" fmla="val 10954"/>
                  <a:gd name="f10" fmla="val 11049"/>
                  <a:gd name="f11" fmla="val 7144"/>
                  <a:gd name="f12" fmla="val 3239"/>
                  <a:gd name="f13" fmla="val 3143"/>
                  <a:gd name="f14" fmla="val 7049"/>
                  <a:gd name="f15" fmla="+- 0 0 -90"/>
                  <a:gd name="f16" fmla="*/ f3 1 14192"/>
                  <a:gd name="f17" fmla="*/ f4 1 14097"/>
                  <a:gd name="f18" fmla="val f5"/>
                  <a:gd name="f19" fmla="val f6"/>
                  <a:gd name="f20" fmla="val f7"/>
                  <a:gd name="f21" fmla="*/ f15 f0 1"/>
                  <a:gd name="f22" fmla="+- f20 0 f18"/>
                  <a:gd name="f23" fmla="+- f19 0 f18"/>
                  <a:gd name="f24" fmla="*/ f21 1 f2"/>
                  <a:gd name="f25" fmla="*/ f23 1 14192"/>
                  <a:gd name="f26" fmla="*/ f22 1 14097"/>
                  <a:gd name="f27" fmla="*/ 14192 f23 1"/>
                  <a:gd name="f28" fmla="*/ 7048 f22 1"/>
                  <a:gd name="f29" fmla="*/ 7144 f23 1"/>
                  <a:gd name="f30" fmla="*/ 14097 f22 1"/>
                  <a:gd name="f31" fmla="*/ 0 f23 1"/>
                  <a:gd name="f32" fmla="*/ 7049 f23 1"/>
                  <a:gd name="f33" fmla="*/ 0 f22 1"/>
                  <a:gd name="f34" fmla="+- f24 0 f1"/>
                  <a:gd name="f35" fmla="*/ f27 1 14192"/>
                  <a:gd name="f36" fmla="*/ f28 1 14097"/>
                  <a:gd name="f37" fmla="*/ f29 1 14192"/>
                  <a:gd name="f38" fmla="*/ f30 1 14097"/>
                  <a:gd name="f39" fmla="*/ f31 1 14192"/>
                  <a:gd name="f40" fmla="*/ f32 1 14192"/>
                  <a:gd name="f41" fmla="*/ f33 1 14097"/>
                  <a:gd name="f42" fmla="*/ f18 1 f25"/>
                  <a:gd name="f43" fmla="*/ f19 1 f25"/>
                  <a:gd name="f44" fmla="*/ f18 1 f26"/>
                  <a:gd name="f45" fmla="*/ f20 1 f26"/>
                  <a:gd name="f46" fmla="*/ f35 1 f25"/>
                  <a:gd name="f47" fmla="*/ f36 1 f26"/>
                  <a:gd name="f48" fmla="*/ f37 1 f25"/>
                  <a:gd name="f49" fmla="*/ f38 1 f26"/>
                  <a:gd name="f50" fmla="*/ f39 1 f25"/>
                  <a:gd name="f51" fmla="*/ f40 1 f25"/>
                  <a:gd name="f52" fmla="*/ f41 1 f26"/>
                  <a:gd name="f53" fmla="*/ f42 f16 1"/>
                  <a:gd name="f54" fmla="*/ f43 f16 1"/>
                  <a:gd name="f55" fmla="*/ f45 f17 1"/>
                  <a:gd name="f56" fmla="*/ f44 f17 1"/>
                  <a:gd name="f57" fmla="*/ f46 f16 1"/>
                  <a:gd name="f58" fmla="*/ f47 f17 1"/>
                  <a:gd name="f59" fmla="*/ f48 f16 1"/>
                  <a:gd name="f60" fmla="*/ f49 f17 1"/>
                  <a:gd name="f61" fmla="*/ f50 f16 1"/>
                  <a:gd name="f62" fmla="*/ f51 f16 1"/>
                  <a:gd name="f63" fmla="*/ f52 f1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7" y="f58"/>
                  </a:cxn>
                  <a:cxn ang="f34">
                    <a:pos x="f59" y="f60"/>
                  </a:cxn>
                  <a:cxn ang="f34">
                    <a:pos x="f61" y="f58"/>
                  </a:cxn>
                  <a:cxn ang="f34">
                    <a:pos x="f62" y="f63"/>
                  </a:cxn>
                  <a:cxn ang="f34">
                    <a:pos x="f57" y="f58"/>
                  </a:cxn>
                </a:cxnLst>
                <a:rect l="f53" t="f56" r="f54" b="f55"/>
                <a:pathLst>
                  <a:path w="14192" h="14097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3" y="f5"/>
                      <a:pt x="f14" y="f5"/>
                    </a:cubicBezTo>
                    <a:cubicBezTo>
                      <a:pt x="f9" y="f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0" name="Freeform: Shape 4384">
                <a:extLst>
                  <a:ext uri="{FF2B5EF4-FFF2-40B4-BE49-F238E27FC236}">
                    <a16:creationId xmlns:a16="http://schemas.microsoft.com/office/drawing/2014/main" id="{E8591A98-908D-445D-4739-A6644C331C0B}"/>
                  </a:ext>
                </a:extLst>
              </p:cNvPr>
              <p:cNvSpPr/>
              <p:nvPr/>
            </p:nvSpPr>
            <p:spPr>
              <a:xfrm>
                <a:off x="9962333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1" name="Freeform: Shape 4385">
                <a:extLst>
                  <a:ext uri="{FF2B5EF4-FFF2-40B4-BE49-F238E27FC236}">
                    <a16:creationId xmlns:a16="http://schemas.microsoft.com/office/drawing/2014/main" id="{31B364F2-7A48-CE25-9244-423391F30481}"/>
                  </a:ext>
                </a:extLst>
              </p:cNvPr>
              <p:cNvSpPr/>
              <p:nvPr/>
            </p:nvSpPr>
            <p:spPr>
              <a:xfrm>
                <a:off x="10107750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2" name="Freeform: Shape 4386">
                <a:extLst>
                  <a:ext uri="{FF2B5EF4-FFF2-40B4-BE49-F238E27FC236}">
                    <a16:creationId xmlns:a16="http://schemas.microsoft.com/office/drawing/2014/main" id="{A2DEC969-A065-A40F-7A5B-6397929878D3}"/>
                  </a:ext>
                </a:extLst>
              </p:cNvPr>
              <p:cNvSpPr/>
              <p:nvPr/>
            </p:nvSpPr>
            <p:spPr>
              <a:xfrm>
                <a:off x="10253395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3" name="Freeform: Shape 4387">
                <a:extLst>
                  <a:ext uri="{FF2B5EF4-FFF2-40B4-BE49-F238E27FC236}">
                    <a16:creationId xmlns:a16="http://schemas.microsoft.com/office/drawing/2014/main" id="{C5E38DD2-F591-BC4B-CC9C-970330D8D492}"/>
                  </a:ext>
                </a:extLst>
              </p:cNvPr>
              <p:cNvSpPr/>
              <p:nvPr/>
            </p:nvSpPr>
            <p:spPr>
              <a:xfrm>
                <a:off x="10398812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4" name="Freeform: Shape 4388">
                <a:extLst>
                  <a:ext uri="{FF2B5EF4-FFF2-40B4-BE49-F238E27FC236}">
                    <a16:creationId xmlns:a16="http://schemas.microsoft.com/office/drawing/2014/main" id="{889B7E00-9C25-6ABB-556C-C410F74677CD}"/>
                  </a:ext>
                </a:extLst>
              </p:cNvPr>
              <p:cNvSpPr/>
              <p:nvPr/>
            </p:nvSpPr>
            <p:spPr>
              <a:xfrm>
                <a:off x="10544467" y="5303071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8"/>
                  <a:gd name="f8" fmla="val 10954"/>
                  <a:gd name="f9" fmla="val 3143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8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5" name="Freeform: Shape 4389">
                <a:extLst>
                  <a:ext uri="{FF2B5EF4-FFF2-40B4-BE49-F238E27FC236}">
                    <a16:creationId xmlns:a16="http://schemas.microsoft.com/office/drawing/2014/main" id="{BAD88726-495F-617C-4725-4C4E1CB2CEA0}"/>
                  </a:ext>
                </a:extLst>
              </p:cNvPr>
              <p:cNvSpPr/>
              <p:nvPr/>
            </p:nvSpPr>
            <p:spPr>
              <a:xfrm>
                <a:off x="10689884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6" name="Freeform: Shape 4390">
                <a:extLst>
                  <a:ext uri="{FF2B5EF4-FFF2-40B4-BE49-F238E27FC236}">
                    <a16:creationId xmlns:a16="http://schemas.microsoft.com/office/drawing/2014/main" id="{D238B2DB-17CB-4517-F5F8-EFC592E1D467}"/>
                  </a:ext>
                </a:extLst>
              </p:cNvPr>
              <p:cNvSpPr/>
              <p:nvPr/>
            </p:nvSpPr>
            <p:spPr>
              <a:xfrm>
                <a:off x="9816678" y="5448498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7" name="Freeform: Shape 4391">
                <a:extLst>
                  <a:ext uri="{FF2B5EF4-FFF2-40B4-BE49-F238E27FC236}">
                    <a16:creationId xmlns:a16="http://schemas.microsoft.com/office/drawing/2014/main" id="{E58EE261-7224-7DFC-FB92-C756E4F3A002}"/>
                  </a:ext>
                </a:extLst>
              </p:cNvPr>
              <p:cNvSpPr/>
              <p:nvPr/>
            </p:nvSpPr>
            <p:spPr>
              <a:xfrm>
                <a:off x="9962333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8" name="Freeform: Shape 4392">
                <a:extLst>
                  <a:ext uri="{FF2B5EF4-FFF2-40B4-BE49-F238E27FC236}">
                    <a16:creationId xmlns:a16="http://schemas.microsoft.com/office/drawing/2014/main" id="{A244FFF1-C854-DCE2-66DE-77F194FDBC8A}"/>
                  </a:ext>
                </a:extLst>
              </p:cNvPr>
              <p:cNvSpPr/>
              <p:nvPr/>
            </p:nvSpPr>
            <p:spPr>
              <a:xfrm>
                <a:off x="10107750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69" name="Freeform: Shape 4393">
                <a:extLst>
                  <a:ext uri="{FF2B5EF4-FFF2-40B4-BE49-F238E27FC236}">
                    <a16:creationId xmlns:a16="http://schemas.microsoft.com/office/drawing/2014/main" id="{4ABD52B2-277E-3785-29E3-4090A02931B4}"/>
                  </a:ext>
                </a:extLst>
              </p:cNvPr>
              <p:cNvSpPr/>
              <p:nvPr/>
            </p:nvSpPr>
            <p:spPr>
              <a:xfrm>
                <a:off x="10253395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0" name="Freeform: Shape 4394">
                <a:extLst>
                  <a:ext uri="{FF2B5EF4-FFF2-40B4-BE49-F238E27FC236}">
                    <a16:creationId xmlns:a16="http://schemas.microsoft.com/office/drawing/2014/main" id="{D20C91FA-A6E5-659A-4AD6-86EEC9E788A8}"/>
                  </a:ext>
                </a:extLst>
              </p:cNvPr>
              <p:cNvSpPr/>
              <p:nvPr/>
            </p:nvSpPr>
            <p:spPr>
              <a:xfrm>
                <a:off x="10398812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1" name="Freeform: Shape 4395">
                <a:extLst>
                  <a:ext uri="{FF2B5EF4-FFF2-40B4-BE49-F238E27FC236}">
                    <a16:creationId xmlns:a16="http://schemas.microsoft.com/office/drawing/2014/main" id="{0A0C4C92-2D59-7D74-9944-089EA912F73C}"/>
                  </a:ext>
                </a:extLst>
              </p:cNvPr>
              <p:cNvSpPr/>
              <p:nvPr/>
            </p:nvSpPr>
            <p:spPr>
              <a:xfrm>
                <a:off x="10544467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2" name="Freeform: Shape 4396">
                <a:extLst>
                  <a:ext uri="{FF2B5EF4-FFF2-40B4-BE49-F238E27FC236}">
                    <a16:creationId xmlns:a16="http://schemas.microsoft.com/office/drawing/2014/main" id="{E6E1AB23-13EC-05EA-CA6C-E8A6128F314C}"/>
                  </a:ext>
                </a:extLst>
              </p:cNvPr>
              <p:cNvSpPr/>
              <p:nvPr/>
            </p:nvSpPr>
            <p:spPr>
              <a:xfrm>
                <a:off x="10689884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3" name="Freeform: Shape 4397">
                <a:extLst>
                  <a:ext uri="{FF2B5EF4-FFF2-40B4-BE49-F238E27FC236}">
                    <a16:creationId xmlns:a16="http://schemas.microsoft.com/office/drawing/2014/main" id="{E066A66C-B178-1839-6A83-BBAF1F8181BC}"/>
                  </a:ext>
                </a:extLst>
              </p:cNvPr>
              <p:cNvSpPr/>
              <p:nvPr/>
            </p:nvSpPr>
            <p:spPr>
              <a:xfrm>
                <a:off x="10835539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54"/>
                  <a:gd name="f9" fmla="val 3143"/>
                  <a:gd name="f10" fmla="val 3048"/>
                  <a:gd name="f11" fmla="val 6953"/>
                  <a:gd name="f12" fmla="+- 0 0 -90"/>
                  <a:gd name="f13" fmla="*/ f3 1 14097"/>
                  <a:gd name="f14" fmla="*/ f4 1 14097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7"/>
                  <a:gd name="f21" fmla="*/ 14097 f18 1"/>
                  <a:gd name="f22" fmla="*/ 7049 f18 1"/>
                  <a:gd name="f23" fmla="*/ 0 f18 1"/>
                  <a:gd name="f24" fmla="*/ 6953 f18 1"/>
                  <a:gd name="f25" fmla="+- f19 0 f1"/>
                  <a:gd name="f26" fmla="*/ f21 1 14097"/>
                  <a:gd name="f27" fmla="*/ f22 1 14097"/>
                  <a:gd name="f28" fmla="*/ f23 1 14097"/>
                  <a:gd name="f29" fmla="*/ f24 1 14097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3 f13 1"/>
                  <a:gd name="f43" fmla="*/ f32 f14 1"/>
                  <a:gd name="f44" fmla="*/ f34 f13 1"/>
                  <a:gd name="f45" fmla="*/ f35 f13 1"/>
                  <a:gd name="f46" fmla="*/ f34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5" y="f46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10" y="f5"/>
                      <a:pt x="f11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4" name="Freeform: Shape 4398">
                <a:extLst>
                  <a:ext uri="{FF2B5EF4-FFF2-40B4-BE49-F238E27FC236}">
                    <a16:creationId xmlns:a16="http://schemas.microsoft.com/office/drawing/2014/main" id="{2AA6AB8C-13CF-9D11-457C-8A13DAA32DBB}"/>
                  </a:ext>
                </a:extLst>
              </p:cNvPr>
              <p:cNvSpPr/>
              <p:nvPr/>
            </p:nvSpPr>
            <p:spPr>
              <a:xfrm>
                <a:off x="10980956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5" name="Freeform: Shape 4399">
                <a:extLst>
                  <a:ext uri="{FF2B5EF4-FFF2-40B4-BE49-F238E27FC236}">
                    <a16:creationId xmlns:a16="http://schemas.microsoft.com/office/drawing/2014/main" id="{4E26524B-A992-408E-E1C8-7497C717E499}"/>
                  </a:ext>
                </a:extLst>
              </p:cNvPr>
              <p:cNvSpPr/>
              <p:nvPr/>
            </p:nvSpPr>
            <p:spPr>
              <a:xfrm>
                <a:off x="11126611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3143"/>
                  <a:gd name="f11" fmla="val 3048"/>
                  <a:gd name="f12" fmla="val 6953"/>
                  <a:gd name="f13" fmla="val 10859"/>
                  <a:gd name="f14" fmla="+- 0 0 -90"/>
                  <a:gd name="f15" fmla="*/ f3 1 14096"/>
                  <a:gd name="f16" fmla="*/ f4 1 14097"/>
                  <a:gd name="f17" fmla="val f5"/>
                  <a:gd name="f18" fmla="val f6"/>
                  <a:gd name="f19" fmla="val f7"/>
                  <a:gd name="f20" fmla="*/ f14 f0 1"/>
                  <a:gd name="f21" fmla="+- f19 0 f17"/>
                  <a:gd name="f22" fmla="+- f18 0 f17"/>
                  <a:gd name="f23" fmla="*/ f20 1 f2"/>
                  <a:gd name="f24" fmla="*/ f22 1 14096"/>
                  <a:gd name="f25" fmla="*/ f21 1 14097"/>
                  <a:gd name="f26" fmla="*/ 14097 f22 1"/>
                  <a:gd name="f27" fmla="*/ 7049 f21 1"/>
                  <a:gd name="f28" fmla="*/ 7049 f22 1"/>
                  <a:gd name="f29" fmla="*/ 14097 f21 1"/>
                  <a:gd name="f30" fmla="*/ 0 f22 1"/>
                  <a:gd name="f31" fmla="*/ 6953 f22 1"/>
                  <a:gd name="f32" fmla="*/ 0 f21 1"/>
                  <a:gd name="f33" fmla="+- f23 0 f1"/>
                  <a:gd name="f34" fmla="*/ f26 1 14096"/>
                  <a:gd name="f35" fmla="*/ f27 1 14097"/>
                  <a:gd name="f36" fmla="*/ f28 1 14096"/>
                  <a:gd name="f37" fmla="*/ f29 1 14097"/>
                  <a:gd name="f38" fmla="*/ f30 1 14096"/>
                  <a:gd name="f39" fmla="*/ f31 1 14096"/>
                  <a:gd name="f40" fmla="*/ f32 1 14097"/>
                  <a:gd name="f41" fmla="*/ f17 1 f24"/>
                  <a:gd name="f42" fmla="*/ f18 1 f24"/>
                  <a:gd name="f43" fmla="*/ f17 1 f25"/>
                  <a:gd name="f44" fmla="*/ f19 1 f25"/>
                  <a:gd name="f45" fmla="*/ f34 1 f24"/>
                  <a:gd name="f46" fmla="*/ f35 1 f25"/>
                  <a:gd name="f47" fmla="*/ f36 1 f24"/>
                  <a:gd name="f48" fmla="*/ f37 1 f25"/>
                  <a:gd name="f49" fmla="*/ f38 1 f24"/>
                  <a:gd name="f50" fmla="*/ f39 1 f24"/>
                  <a:gd name="f51" fmla="*/ f40 1 f25"/>
                  <a:gd name="f52" fmla="*/ f41 f15 1"/>
                  <a:gd name="f53" fmla="*/ f42 f15 1"/>
                  <a:gd name="f54" fmla="*/ f44 f16 1"/>
                  <a:gd name="f55" fmla="*/ f43 f16 1"/>
                  <a:gd name="f56" fmla="*/ f45 f15 1"/>
                  <a:gd name="f57" fmla="*/ f46 f16 1"/>
                  <a:gd name="f58" fmla="*/ f47 f15 1"/>
                  <a:gd name="f59" fmla="*/ f48 f16 1"/>
                  <a:gd name="f60" fmla="*/ f49 f15 1"/>
                  <a:gd name="f61" fmla="*/ f50 f15 1"/>
                  <a:gd name="f62" fmla="*/ f51 f1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56" y="f57"/>
                  </a:cxn>
                  <a:cxn ang="f33">
                    <a:pos x="f58" y="f59"/>
                  </a:cxn>
                  <a:cxn ang="f33">
                    <a:pos x="f60" y="f57"/>
                  </a:cxn>
                  <a:cxn ang="f33">
                    <a:pos x="f61" y="f62"/>
                  </a:cxn>
                  <a:cxn ang="f33">
                    <a:pos x="f56" y="f57"/>
                  </a:cxn>
                </a:cxnLst>
                <a:rect l="f52" t="f55" r="f53" b="f54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1" y="f5"/>
                      <a:pt x="f12" y="f5"/>
                    </a:cubicBezTo>
                    <a:cubicBezTo>
                      <a:pt x="f13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6" name="Freeform: Shape 4400">
                <a:extLst>
                  <a:ext uri="{FF2B5EF4-FFF2-40B4-BE49-F238E27FC236}">
                    <a16:creationId xmlns:a16="http://schemas.microsoft.com/office/drawing/2014/main" id="{DD28CCBF-21A0-EBA9-37A9-68F42034A268}"/>
                  </a:ext>
                </a:extLst>
              </p:cNvPr>
              <p:cNvSpPr/>
              <p:nvPr/>
            </p:nvSpPr>
            <p:spPr>
              <a:xfrm>
                <a:off x="11272019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7" name="Freeform: Shape 4401">
                <a:extLst>
                  <a:ext uri="{FF2B5EF4-FFF2-40B4-BE49-F238E27FC236}">
                    <a16:creationId xmlns:a16="http://schemas.microsoft.com/office/drawing/2014/main" id="{D3D44BF3-2F8D-92A1-94E4-AD87F5895A9F}"/>
                  </a:ext>
                </a:extLst>
              </p:cNvPr>
              <p:cNvSpPr/>
              <p:nvPr/>
            </p:nvSpPr>
            <p:spPr>
              <a:xfrm>
                <a:off x="11417673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val 3048"/>
                  <a:gd name="f13" fmla="val 6953"/>
                  <a:gd name="f14" fmla="val 10858"/>
                  <a:gd name="f15" fmla="+- 0 0 -90"/>
                  <a:gd name="f16" fmla="*/ f3 1 14096"/>
                  <a:gd name="f17" fmla="*/ f4 1 14097"/>
                  <a:gd name="f18" fmla="val f5"/>
                  <a:gd name="f19" fmla="val f6"/>
                  <a:gd name="f20" fmla="val f7"/>
                  <a:gd name="f21" fmla="*/ f15 f0 1"/>
                  <a:gd name="f22" fmla="+- f20 0 f18"/>
                  <a:gd name="f23" fmla="+- f19 0 f18"/>
                  <a:gd name="f24" fmla="*/ f21 1 f2"/>
                  <a:gd name="f25" fmla="*/ f23 1 14096"/>
                  <a:gd name="f26" fmla="*/ f22 1 14097"/>
                  <a:gd name="f27" fmla="*/ 14097 f23 1"/>
                  <a:gd name="f28" fmla="*/ 7049 f22 1"/>
                  <a:gd name="f29" fmla="*/ 7048 f23 1"/>
                  <a:gd name="f30" fmla="*/ 14097 f22 1"/>
                  <a:gd name="f31" fmla="*/ 0 f23 1"/>
                  <a:gd name="f32" fmla="*/ 6953 f23 1"/>
                  <a:gd name="f33" fmla="*/ 0 f22 1"/>
                  <a:gd name="f34" fmla="+- f24 0 f1"/>
                  <a:gd name="f35" fmla="*/ f27 1 14096"/>
                  <a:gd name="f36" fmla="*/ f28 1 14097"/>
                  <a:gd name="f37" fmla="*/ f29 1 14096"/>
                  <a:gd name="f38" fmla="*/ f30 1 14097"/>
                  <a:gd name="f39" fmla="*/ f31 1 14096"/>
                  <a:gd name="f40" fmla="*/ f32 1 14096"/>
                  <a:gd name="f41" fmla="*/ f33 1 14097"/>
                  <a:gd name="f42" fmla="*/ f18 1 f25"/>
                  <a:gd name="f43" fmla="*/ f19 1 f25"/>
                  <a:gd name="f44" fmla="*/ f18 1 f26"/>
                  <a:gd name="f45" fmla="*/ f20 1 f26"/>
                  <a:gd name="f46" fmla="*/ f35 1 f25"/>
                  <a:gd name="f47" fmla="*/ f36 1 f26"/>
                  <a:gd name="f48" fmla="*/ f37 1 f25"/>
                  <a:gd name="f49" fmla="*/ f38 1 f26"/>
                  <a:gd name="f50" fmla="*/ f39 1 f25"/>
                  <a:gd name="f51" fmla="*/ f40 1 f25"/>
                  <a:gd name="f52" fmla="*/ f41 1 f26"/>
                  <a:gd name="f53" fmla="*/ f42 f16 1"/>
                  <a:gd name="f54" fmla="*/ f43 f16 1"/>
                  <a:gd name="f55" fmla="*/ f45 f17 1"/>
                  <a:gd name="f56" fmla="*/ f44 f17 1"/>
                  <a:gd name="f57" fmla="*/ f46 f16 1"/>
                  <a:gd name="f58" fmla="*/ f47 f17 1"/>
                  <a:gd name="f59" fmla="*/ f48 f16 1"/>
                  <a:gd name="f60" fmla="*/ f49 f17 1"/>
                  <a:gd name="f61" fmla="*/ f50 f16 1"/>
                  <a:gd name="f62" fmla="*/ f51 f16 1"/>
                  <a:gd name="f63" fmla="*/ f52 f1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7" y="f58"/>
                  </a:cxn>
                  <a:cxn ang="f34">
                    <a:pos x="f59" y="f60"/>
                  </a:cxn>
                  <a:cxn ang="f34">
                    <a:pos x="f61" y="f58"/>
                  </a:cxn>
                  <a:cxn ang="f34">
                    <a:pos x="f62" y="f63"/>
                  </a:cxn>
                  <a:cxn ang="f34">
                    <a:pos x="f57" y="f58"/>
                  </a:cxn>
                </a:cxnLst>
                <a:rect l="f53" t="f56" r="f54" b="f55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2" y="f5"/>
                      <a:pt x="f13" y="f5"/>
                    </a:cubicBezTo>
                    <a:cubicBezTo>
                      <a:pt x="f14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8" name="Freeform: Shape 4402">
                <a:extLst>
                  <a:ext uri="{FF2B5EF4-FFF2-40B4-BE49-F238E27FC236}">
                    <a16:creationId xmlns:a16="http://schemas.microsoft.com/office/drawing/2014/main" id="{79EBDCC3-C4AA-7665-EF02-B364E47E3C31}"/>
                  </a:ext>
                </a:extLst>
              </p:cNvPr>
              <p:cNvSpPr/>
              <p:nvPr/>
            </p:nvSpPr>
            <p:spPr>
              <a:xfrm>
                <a:off x="11563090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41"/>
                  <a:gd name="f10" fmla="val 7048"/>
                  <a:gd name="f11" fmla="val 3156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79" name="Freeform: Shape 4403">
                <a:extLst>
                  <a:ext uri="{FF2B5EF4-FFF2-40B4-BE49-F238E27FC236}">
                    <a16:creationId xmlns:a16="http://schemas.microsoft.com/office/drawing/2014/main" id="{69112440-3F97-8A7D-9F1B-66540F1ED743}"/>
                  </a:ext>
                </a:extLst>
              </p:cNvPr>
              <p:cNvSpPr/>
              <p:nvPr/>
            </p:nvSpPr>
            <p:spPr>
              <a:xfrm>
                <a:off x="10835539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0" name="Freeform: Shape 4404">
                <a:extLst>
                  <a:ext uri="{FF2B5EF4-FFF2-40B4-BE49-F238E27FC236}">
                    <a16:creationId xmlns:a16="http://schemas.microsoft.com/office/drawing/2014/main" id="{A9D9B150-E802-8CA3-1A5C-BAA56E15A6F9}"/>
                  </a:ext>
                </a:extLst>
              </p:cNvPr>
              <p:cNvSpPr/>
              <p:nvPr/>
            </p:nvSpPr>
            <p:spPr>
              <a:xfrm>
                <a:off x="10980956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1" name="Freeform: Shape 4405">
                <a:extLst>
                  <a:ext uri="{FF2B5EF4-FFF2-40B4-BE49-F238E27FC236}">
                    <a16:creationId xmlns:a16="http://schemas.microsoft.com/office/drawing/2014/main" id="{D72F4F71-3A6B-F0FB-D867-FF53A689A416}"/>
                  </a:ext>
                </a:extLst>
              </p:cNvPr>
              <p:cNvSpPr/>
              <p:nvPr/>
            </p:nvSpPr>
            <p:spPr>
              <a:xfrm>
                <a:off x="11126611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9"/>
                  <a:gd name="f13" fmla="val 3143"/>
                  <a:gd name="f14" fmla="val 3145"/>
                  <a:gd name="f15" fmla="val 2"/>
                  <a:gd name="f16" fmla="val 10859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9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2" name="Freeform: Shape 4406">
                <a:extLst>
                  <a:ext uri="{FF2B5EF4-FFF2-40B4-BE49-F238E27FC236}">
                    <a16:creationId xmlns:a16="http://schemas.microsoft.com/office/drawing/2014/main" id="{4C2BF925-CDA7-17E9-9893-C6954FCE2845}"/>
                  </a:ext>
                </a:extLst>
              </p:cNvPr>
              <p:cNvSpPr/>
              <p:nvPr/>
            </p:nvSpPr>
            <p:spPr>
              <a:xfrm>
                <a:off x="11272019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3" name="Freeform: Shape 4407">
                <a:extLst>
                  <a:ext uri="{FF2B5EF4-FFF2-40B4-BE49-F238E27FC236}">
                    <a16:creationId xmlns:a16="http://schemas.microsoft.com/office/drawing/2014/main" id="{CB92D113-5C13-F307-E6AA-B5727BFEE767}"/>
                  </a:ext>
                </a:extLst>
              </p:cNvPr>
              <p:cNvSpPr/>
              <p:nvPr/>
            </p:nvSpPr>
            <p:spPr>
              <a:xfrm>
                <a:off x="11417673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10858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8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4" name="Freeform: Shape 4408">
                <a:extLst>
                  <a:ext uri="{FF2B5EF4-FFF2-40B4-BE49-F238E27FC236}">
                    <a16:creationId xmlns:a16="http://schemas.microsoft.com/office/drawing/2014/main" id="{4E3B02F1-EC7E-E697-E713-D8E1C2E8A3ED}"/>
                  </a:ext>
                </a:extLst>
              </p:cNvPr>
              <p:cNvSpPr/>
              <p:nvPr/>
            </p:nvSpPr>
            <p:spPr>
              <a:xfrm>
                <a:off x="11563090" y="472092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5" name="Freeform: Shape 4409">
                <a:extLst>
                  <a:ext uri="{FF2B5EF4-FFF2-40B4-BE49-F238E27FC236}">
                    <a16:creationId xmlns:a16="http://schemas.microsoft.com/office/drawing/2014/main" id="{AC4C5BC4-232F-5E21-D7C5-4EDC6EF2007D}"/>
                  </a:ext>
                </a:extLst>
              </p:cNvPr>
              <p:cNvSpPr/>
              <p:nvPr/>
            </p:nvSpPr>
            <p:spPr>
              <a:xfrm>
                <a:off x="10835539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6" name="Freeform: Shape 4410">
                <a:extLst>
                  <a:ext uri="{FF2B5EF4-FFF2-40B4-BE49-F238E27FC236}">
                    <a16:creationId xmlns:a16="http://schemas.microsoft.com/office/drawing/2014/main" id="{A003CFE0-65A0-BC3F-8A61-0D67AA25CE6E}"/>
                  </a:ext>
                </a:extLst>
              </p:cNvPr>
              <p:cNvSpPr/>
              <p:nvPr/>
            </p:nvSpPr>
            <p:spPr>
              <a:xfrm>
                <a:off x="10980956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7" name="Freeform: Shape 4411">
                <a:extLst>
                  <a:ext uri="{FF2B5EF4-FFF2-40B4-BE49-F238E27FC236}">
                    <a16:creationId xmlns:a16="http://schemas.microsoft.com/office/drawing/2014/main" id="{17DD9B3A-269F-2211-5D59-9EFAF4DDD380}"/>
                  </a:ext>
                </a:extLst>
              </p:cNvPr>
              <p:cNvSpPr/>
              <p:nvPr/>
            </p:nvSpPr>
            <p:spPr>
              <a:xfrm>
                <a:off x="11126611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8" name="Freeform: Shape 4412">
                <a:extLst>
                  <a:ext uri="{FF2B5EF4-FFF2-40B4-BE49-F238E27FC236}">
                    <a16:creationId xmlns:a16="http://schemas.microsoft.com/office/drawing/2014/main" id="{A26CE685-97D5-F444-B86C-234E7C154650}"/>
                  </a:ext>
                </a:extLst>
              </p:cNvPr>
              <p:cNvSpPr/>
              <p:nvPr/>
            </p:nvSpPr>
            <p:spPr>
              <a:xfrm>
                <a:off x="11272019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89" name="Freeform: Shape 4413">
                <a:extLst>
                  <a:ext uri="{FF2B5EF4-FFF2-40B4-BE49-F238E27FC236}">
                    <a16:creationId xmlns:a16="http://schemas.microsoft.com/office/drawing/2014/main" id="{37A4BF89-4BD8-8684-2054-EC28B60C201B}"/>
                  </a:ext>
                </a:extLst>
              </p:cNvPr>
              <p:cNvSpPr/>
              <p:nvPr/>
            </p:nvSpPr>
            <p:spPr>
              <a:xfrm>
                <a:off x="11417673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0" name="Freeform: Shape 4414">
                <a:extLst>
                  <a:ext uri="{FF2B5EF4-FFF2-40B4-BE49-F238E27FC236}">
                    <a16:creationId xmlns:a16="http://schemas.microsoft.com/office/drawing/2014/main" id="{898D531C-7603-9AFA-7AA2-5C5AB3AE6076}"/>
                  </a:ext>
                </a:extLst>
              </p:cNvPr>
              <p:cNvSpPr/>
              <p:nvPr/>
            </p:nvSpPr>
            <p:spPr>
              <a:xfrm>
                <a:off x="11563090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41"/>
                  <a:gd name="f10" fmla="val 7048"/>
                  <a:gd name="f11" fmla="val 3156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1" name="Freeform: Shape 4415">
                <a:extLst>
                  <a:ext uri="{FF2B5EF4-FFF2-40B4-BE49-F238E27FC236}">
                    <a16:creationId xmlns:a16="http://schemas.microsoft.com/office/drawing/2014/main" id="{391E3B1E-A8C9-C8B3-254A-DE1384389E18}"/>
                  </a:ext>
                </a:extLst>
              </p:cNvPr>
              <p:cNvSpPr/>
              <p:nvPr/>
            </p:nvSpPr>
            <p:spPr>
              <a:xfrm>
                <a:off x="10835539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2" name="Freeform: Shape 4416">
                <a:extLst>
                  <a:ext uri="{FF2B5EF4-FFF2-40B4-BE49-F238E27FC236}">
                    <a16:creationId xmlns:a16="http://schemas.microsoft.com/office/drawing/2014/main" id="{80BC23D1-A47F-2EAA-990E-4DE4BC80594B}"/>
                  </a:ext>
                </a:extLst>
              </p:cNvPr>
              <p:cNvSpPr/>
              <p:nvPr/>
            </p:nvSpPr>
            <p:spPr>
              <a:xfrm>
                <a:off x="10980956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3" name="Freeform: Shape 4417">
                <a:extLst>
                  <a:ext uri="{FF2B5EF4-FFF2-40B4-BE49-F238E27FC236}">
                    <a16:creationId xmlns:a16="http://schemas.microsoft.com/office/drawing/2014/main" id="{D65FC95E-0288-9869-335B-BEE7B0871757}"/>
                  </a:ext>
                </a:extLst>
              </p:cNvPr>
              <p:cNvSpPr/>
              <p:nvPr/>
            </p:nvSpPr>
            <p:spPr>
              <a:xfrm>
                <a:off x="11126611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9"/>
                  <a:gd name="f13" fmla="val 3143"/>
                  <a:gd name="f14" fmla="val 3145"/>
                  <a:gd name="f15" fmla="val 2"/>
                  <a:gd name="f16" fmla="val 10859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9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4" name="Freeform: Shape 4418">
                <a:extLst>
                  <a:ext uri="{FF2B5EF4-FFF2-40B4-BE49-F238E27FC236}">
                    <a16:creationId xmlns:a16="http://schemas.microsoft.com/office/drawing/2014/main" id="{E6360A30-412F-1A72-E83C-D5024D0D3371}"/>
                  </a:ext>
                </a:extLst>
              </p:cNvPr>
              <p:cNvSpPr/>
              <p:nvPr/>
            </p:nvSpPr>
            <p:spPr>
              <a:xfrm>
                <a:off x="11272019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5" name="Freeform: Shape 4419">
                <a:extLst>
                  <a:ext uri="{FF2B5EF4-FFF2-40B4-BE49-F238E27FC236}">
                    <a16:creationId xmlns:a16="http://schemas.microsoft.com/office/drawing/2014/main" id="{42CFA23F-47AB-A142-8E1F-1764810521C5}"/>
                  </a:ext>
                </a:extLst>
              </p:cNvPr>
              <p:cNvSpPr/>
              <p:nvPr/>
            </p:nvSpPr>
            <p:spPr>
              <a:xfrm>
                <a:off x="11417673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10858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8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6" name="Freeform: Shape 4420">
                <a:extLst>
                  <a:ext uri="{FF2B5EF4-FFF2-40B4-BE49-F238E27FC236}">
                    <a16:creationId xmlns:a16="http://schemas.microsoft.com/office/drawing/2014/main" id="{9D0F0696-237E-1341-17E5-8C4E3FDEACC7}"/>
                  </a:ext>
                </a:extLst>
              </p:cNvPr>
              <p:cNvSpPr/>
              <p:nvPr/>
            </p:nvSpPr>
            <p:spPr>
              <a:xfrm>
                <a:off x="11563090" y="501200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7" name="Freeform: Shape 4421">
                <a:extLst>
                  <a:ext uri="{FF2B5EF4-FFF2-40B4-BE49-F238E27FC236}">
                    <a16:creationId xmlns:a16="http://schemas.microsoft.com/office/drawing/2014/main" id="{3FCAB935-D993-7D92-F3DD-099EBBDB7D16}"/>
                  </a:ext>
                </a:extLst>
              </p:cNvPr>
              <p:cNvSpPr/>
              <p:nvPr/>
            </p:nvSpPr>
            <p:spPr>
              <a:xfrm>
                <a:off x="10835539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8" name="Freeform: Shape 4422">
                <a:extLst>
                  <a:ext uri="{FF2B5EF4-FFF2-40B4-BE49-F238E27FC236}">
                    <a16:creationId xmlns:a16="http://schemas.microsoft.com/office/drawing/2014/main" id="{65461A9C-5B7C-3E6F-44FE-7D4C4E255D8D}"/>
                  </a:ext>
                </a:extLst>
              </p:cNvPr>
              <p:cNvSpPr/>
              <p:nvPr/>
            </p:nvSpPr>
            <p:spPr>
              <a:xfrm>
                <a:off x="10980956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99" name="Freeform: Shape 4423">
                <a:extLst>
                  <a:ext uri="{FF2B5EF4-FFF2-40B4-BE49-F238E27FC236}">
                    <a16:creationId xmlns:a16="http://schemas.microsoft.com/office/drawing/2014/main" id="{059069DD-17FF-322B-5609-9E8D06F6E96B}"/>
                  </a:ext>
                </a:extLst>
              </p:cNvPr>
              <p:cNvSpPr/>
              <p:nvPr/>
            </p:nvSpPr>
            <p:spPr>
              <a:xfrm>
                <a:off x="11126611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0" name="Freeform: Shape 4424">
                <a:extLst>
                  <a:ext uri="{FF2B5EF4-FFF2-40B4-BE49-F238E27FC236}">
                    <a16:creationId xmlns:a16="http://schemas.microsoft.com/office/drawing/2014/main" id="{E04FDAC3-0C62-AD1E-DE33-C69F12680134}"/>
                  </a:ext>
                </a:extLst>
              </p:cNvPr>
              <p:cNvSpPr/>
              <p:nvPr/>
            </p:nvSpPr>
            <p:spPr>
              <a:xfrm>
                <a:off x="11272019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1" name="Freeform: Shape 4425">
                <a:extLst>
                  <a:ext uri="{FF2B5EF4-FFF2-40B4-BE49-F238E27FC236}">
                    <a16:creationId xmlns:a16="http://schemas.microsoft.com/office/drawing/2014/main" id="{DE96D6D7-8076-98BD-F109-2D41276AC1F6}"/>
                  </a:ext>
                </a:extLst>
              </p:cNvPr>
              <p:cNvSpPr/>
              <p:nvPr/>
            </p:nvSpPr>
            <p:spPr>
              <a:xfrm>
                <a:off x="11417673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2" name="Freeform: Shape 4426">
                <a:extLst>
                  <a:ext uri="{FF2B5EF4-FFF2-40B4-BE49-F238E27FC236}">
                    <a16:creationId xmlns:a16="http://schemas.microsoft.com/office/drawing/2014/main" id="{B4801200-7400-D835-557B-BA7D99B4EDA4}"/>
                  </a:ext>
                </a:extLst>
              </p:cNvPr>
              <p:cNvSpPr/>
              <p:nvPr/>
            </p:nvSpPr>
            <p:spPr>
              <a:xfrm>
                <a:off x="11563090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3" name="Freeform: Shape 4427">
                <a:extLst>
                  <a:ext uri="{FF2B5EF4-FFF2-40B4-BE49-F238E27FC236}">
                    <a16:creationId xmlns:a16="http://schemas.microsoft.com/office/drawing/2014/main" id="{94047035-FF99-8851-F8B5-B14C44AC7175}"/>
                  </a:ext>
                </a:extLst>
              </p:cNvPr>
              <p:cNvSpPr/>
              <p:nvPr/>
            </p:nvSpPr>
            <p:spPr>
              <a:xfrm>
                <a:off x="10835539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4" name="Freeform: Shape 4428">
                <a:extLst>
                  <a:ext uri="{FF2B5EF4-FFF2-40B4-BE49-F238E27FC236}">
                    <a16:creationId xmlns:a16="http://schemas.microsoft.com/office/drawing/2014/main" id="{2F4FF5F4-0392-3928-A9F2-9173943DFAB7}"/>
                  </a:ext>
                </a:extLst>
              </p:cNvPr>
              <p:cNvSpPr/>
              <p:nvPr/>
            </p:nvSpPr>
            <p:spPr>
              <a:xfrm>
                <a:off x="10980956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5" name="Freeform: Shape 4429">
                <a:extLst>
                  <a:ext uri="{FF2B5EF4-FFF2-40B4-BE49-F238E27FC236}">
                    <a16:creationId xmlns:a16="http://schemas.microsoft.com/office/drawing/2014/main" id="{80AA8979-8249-63FF-2696-007130A60B84}"/>
                  </a:ext>
                </a:extLst>
              </p:cNvPr>
              <p:cNvSpPr/>
              <p:nvPr/>
            </p:nvSpPr>
            <p:spPr>
              <a:xfrm>
                <a:off x="11126611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9"/>
                  <a:gd name="f13" fmla="val 3143"/>
                  <a:gd name="f14" fmla="val 3145"/>
                  <a:gd name="f15" fmla="val 2"/>
                  <a:gd name="f16" fmla="val 10859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9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6" name="Freeform: Shape 4430">
                <a:extLst>
                  <a:ext uri="{FF2B5EF4-FFF2-40B4-BE49-F238E27FC236}">
                    <a16:creationId xmlns:a16="http://schemas.microsoft.com/office/drawing/2014/main" id="{F3DC8128-43EB-D49E-BC41-71F4590B2B29}"/>
                  </a:ext>
                </a:extLst>
              </p:cNvPr>
              <p:cNvSpPr/>
              <p:nvPr/>
            </p:nvSpPr>
            <p:spPr>
              <a:xfrm>
                <a:off x="11272019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7" name="Freeform: Shape 4431">
                <a:extLst>
                  <a:ext uri="{FF2B5EF4-FFF2-40B4-BE49-F238E27FC236}">
                    <a16:creationId xmlns:a16="http://schemas.microsoft.com/office/drawing/2014/main" id="{25C5316A-DAF2-24E5-1B50-5C0F19559CBC}"/>
                  </a:ext>
                </a:extLst>
              </p:cNvPr>
              <p:cNvSpPr/>
              <p:nvPr/>
            </p:nvSpPr>
            <p:spPr>
              <a:xfrm>
                <a:off x="11417673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10858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8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8" name="Freeform: Shape 4432">
                <a:extLst>
                  <a:ext uri="{FF2B5EF4-FFF2-40B4-BE49-F238E27FC236}">
                    <a16:creationId xmlns:a16="http://schemas.microsoft.com/office/drawing/2014/main" id="{D845A637-DBC3-A254-348B-B6B08ED7E719}"/>
                  </a:ext>
                </a:extLst>
              </p:cNvPr>
              <p:cNvSpPr/>
              <p:nvPr/>
            </p:nvSpPr>
            <p:spPr>
              <a:xfrm>
                <a:off x="11563090" y="5303071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7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6"/>
                  <a:gd name="f22" fmla="*/ f18 1 14097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6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09" name="Freeform: Shape 4433">
                <a:extLst>
                  <a:ext uri="{FF2B5EF4-FFF2-40B4-BE49-F238E27FC236}">
                    <a16:creationId xmlns:a16="http://schemas.microsoft.com/office/drawing/2014/main" id="{E828FBFA-8EA7-8C42-EEDA-69FC2177035B}"/>
                  </a:ext>
                </a:extLst>
              </p:cNvPr>
              <p:cNvSpPr/>
              <p:nvPr/>
            </p:nvSpPr>
            <p:spPr>
              <a:xfrm>
                <a:off x="10835539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0" name="Freeform: Shape 4434">
                <a:extLst>
                  <a:ext uri="{FF2B5EF4-FFF2-40B4-BE49-F238E27FC236}">
                    <a16:creationId xmlns:a16="http://schemas.microsoft.com/office/drawing/2014/main" id="{E1D5A4D4-3F66-7DFB-20B5-F8FE092BA35D}"/>
                  </a:ext>
                </a:extLst>
              </p:cNvPr>
              <p:cNvSpPr/>
              <p:nvPr/>
            </p:nvSpPr>
            <p:spPr>
              <a:xfrm>
                <a:off x="10980956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1" name="Freeform: Shape 4435">
                <a:extLst>
                  <a:ext uri="{FF2B5EF4-FFF2-40B4-BE49-F238E27FC236}">
                    <a16:creationId xmlns:a16="http://schemas.microsoft.com/office/drawing/2014/main" id="{E5FA2A45-AE30-1DBB-B6D6-81B962FE24F6}"/>
                  </a:ext>
                </a:extLst>
              </p:cNvPr>
              <p:cNvSpPr/>
              <p:nvPr/>
            </p:nvSpPr>
            <p:spPr>
              <a:xfrm>
                <a:off x="11126611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2" name="Freeform: Shape 4436">
                <a:extLst>
                  <a:ext uri="{FF2B5EF4-FFF2-40B4-BE49-F238E27FC236}">
                    <a16:creationId xmlns:a16="http://schemas.microsoft.com/office/drawing/2014/main" id="{AB56DE4C-968C-A5F9-E40F-A9FD3ADAC8A9}"/>
                  </a:ext>
                </a:extLst>
              </p:cNvPr>
              <p:cNvSpPr/>
              <p:nvPr/>
            </p:nvSpPr>
            <p:spPr>
              <a:xfrm>
                <a:off x="11272019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3" name="Freeform: Shape 4437">
                <a:extLst>
                  <a:ext uri="{FF2B5EF4-FFF2-40B4-BE49-F238E27FC236}">
                    <a16:creationId xmlns:a16="http://schemas.microsoft.com/office/drawing/2014/main" id="{3C8B6D5F-4C71-E83D-51D6-A3C0A92F43DF}"/>
                  </a:ext>
                </a:extLst>
              </p:cNvPr>
              <p:cNvSpPr/>
              <p:nvPr/>
            </p:nvSpPr>
            <p:spPr>
              <a:xfrm>
                <a:off x="11417673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4" name="Freeform: Shape 4438">
                <a:extLst>
                  <a:ext uri="{FF2B5EF4-FFF2-40B4-BE49-F238E27FC236}">
                    <a16:creationId xmlns:a16="http://schemas.microsoft.com/office/drawing/2014/main" id="{B2408557-B814-5A1C-C806-C331DF29A4AC}"/>
                  </a:ext>
                </a:extLst>
              </p:cNvPr>
              <p:cNvSpPr/>
              <p:nvPr/>
            </p:nvSpPr>
            <p:spPr>
              <a:xfrm>
                <a:off x="11563090" y="544848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5" name="Freeform: Shape 4439">
                <a:extLst>
                  <a:ext uri="{FF2B5EF4-FFF2-40B4-BE49-F238E27FC236}">
                    <a16:creationId xmlns:a16="http://schemas.microsoft.com/office/drawing/2014/main" id="{501DB850-4E80-DB2C-CDF9-4678D553E359}"/>
                  </a:ext>
                </a:extLst>
              </p:cNvPr>
              <p:cNvSpPr/>
              <p:nvPr/>
            </p:nvSpPr>
            <p:spPr>
              <a:xfrm>
                <a:off x="9816678" y="5593915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9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048"/>
                  <a:gd name="f15" fmla="val 3143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9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10"/>
                      <a:pt x="f5" y="f8"/>
                    </a:cubicBezTo>
                    <a:cubicBezTo>
                      <a:pt x="f5" y="f14"/>
                      <a:pt x="f15" y="f5"/>
                      <a:pt x="f8" y="f5"/>
                    </a:cubicBezTo>
                    <a:cubicBezTo>
                      <a:pt x="f9" y="f5"/>
                      <a:pt x="f6" y="f15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6" name="Freeform: Shape 4440">
                <a:extLst>
                  <a:ext uri="{FF2B5EF4-FFF2-40B4-BE49-F238E27FC236}">
                    <a16:creationId xmlns:a16="http://schemas.microsoft.com/office/drawing/2014/main" id="{6776D845-7E03-D33B-D70B-9F06FB2D58C3}"/>
                  </a:ext>
                </a:extLst>
              </p:cNvPr>
              <p:cNvSpPr/>
              <p:nvPr/>
            </p:nvSpPr>
            <p:spPr>
              <a:xfrm>
                <a:off x="9962333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7" name="Freeform: Shape 4441">
                <a:extLst>
                  <a:ext uri="{FF2B5EF4-FFF2-40B4-BE49-F238E27FC236}">
                    <a16:creationId xmlns:a16="http://schemas.microsoft.com/office/drawing/2014/main" id="{3001D9CB-CD0D-A586-EBFA-0D08B2C9B15F}"/>
                  </a:ext>
                </a:extLst>
              </p:cNvPr>
              <p:cNvSpPr/>
              <p:nvPr/>
            </p:nvSpPr>
            <p:spPr>
              <a:xfrm>
                <a:off x="10107750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8" name="Freeform: Shape 4442">
                <a:extLst>
                  <a:ext uri="{FF2B5EF4-FFF2-40B4-BE49-F238E27FC236}">
                    <a16:creationId xmlns:a16="http://schemas.microsoft.com/office/drawing/2014/main" id="{76694DE4-822A-1E6F-7FF5-F2DCB8134B5F}"/>
                  </a:ext>
                </a:extLst>
              </p:cNvPr>
              <p:cNvSpPr/>
              <p:nvPr/>
            </p:nvSpPr>
            <p:spPr>
              <a:xfrm>
                <a:off x="10253395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19" name="Freeform: Shape 4443">
                <a:extLst>
                  <a:ext uri="{FF2B5EF4-FFF2-40B4-BE49-F238E27FC236}">
                    <a16:creationId xmlns:a16="http://schemas.microsoft.com/office/drawing/2014/main" id="{752B9FB0-0F9F-D07E-4994-62889DBBF516}"/>
                  </a:ext>
                </a:extLst>
              </p:cNvPr>
              <p:cNvSpPr/>
              <p:nvPr/>
            </p:nvSpPr>
            <p:spPr>
              <a:xfrm>
                <a:off x="10398812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0" name="Freeform: Shape 4444">
                <a:extLst>
                  <a:ext uri="{FF2B5EF4-FFF2-40B4-BE49-F238E27FC236}">
                    <a16:creationId xmlns:a16="http://schemas.microsoft.com/office/drawing/2014/main" id="{E27FEAE9-7F21-4EB4-FA98-848D5FA3E379}"/>
                  </a:ext>
                </a:extLst>
              </p:cNvPr>
              <p:cNvSpPr/>
              <p:nvPr/>
            </p:nvSpPr>
            <p:spPr>
              <a:xfrm>
                <a:off x="10544467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1" name="Freeform: Shape 4445">
                <a:extLst>
                  <a:ext uri="{FF2B5EF4-FFF2-40B4-BE49-F238E27FC236}">
                    <a16:creationId xmlns:a16="http://schemas.microsoft.com/office/drawing/2014/main" id="{88CC8CEA-ED72-2709-1495-ED9355799A1D}"/>
                  </a:ext>
                </a:extLst>
              </p:cNvPr>
              <p:cNvSpPr/>
              <p:nvPr/>
            </p:nvSpPr>
            <p:spPr>
              <a:xfrm>
                <a:off x="10689884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2" name="Freeform: Shape 4446">
                <a:extLst>
                  <a:ext uri="{FF2B5EF4-FFF2-40B4-BE49-F238E27FC236}">
                    <a16:creationId xmlns:a16="http://schemas.microsoft.com/office/drawing/2014/main" id="{2499C6E9-621E-C981-C989-A9A962D23D24}"/>
                  </a:ext>
                </a:extLst>
              </p:cNvPr>
              <p:cNvSpPr/>
              <p:nvPr/>
            </p:nvSpPr>
            <p:spPr>
              <a:xfrm>
                <a:off x="9816678" y="5739569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3" name="Freeform: Shape 4447">
                <a:extLst>
                  <a:ext uri="{FF2B5EF4-FFF2-40B4-BE49-F238E27FC236}">
                    <a16:creationId xmlns:a16="http://schemas.microsoft.com/office/drawing/2014/main" id="{ED6ED70E-32CD-EB45-49BE-A0741A89F5B8}"/>
                  </a:ext>
                </a:extLst>
              </p:cNvPr>
              <p:cNvSpPr/>
              <p:nvPr/>
            </p:nvSpPr>
            <p:spPr>
              <a:xfrm>
                <a:off x="9962333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8"/>
                  <a:gd name="f8" fmla="val 10941"/>
                  <a:gd name="f9" fmla="val 7049"/>
                  <a:gd name="f10" fmla="val 3156"/>
                  <a:gd name="f11" fmla="+- 0 0 -90"/>
                  <a:gd name="f12" fmla="*/ f3 1 14097"/>
                  <a:gd name="f13" fmla="*/ f4 1 14097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7"/>
                  <a:gd name="f20" fmla="*/ 14097 f17 1"/>
                  <a:gd name="f21" fmla="*/ 7048 f17 1"/>
                  <a:gd name="f22" fmla="*/ 7049 f17 1"/>
                  <a:gd name="f23" fmla="*/ 0 f17 1"/>
                  <a:gd name="f24" fmla="+- f18 0 f1"/>
                  <a:gd name="f25" fmla="*/ f20 1 14097"/>
                  <a:gd name="f26" fmla="*/ f21 1 14097"/>
                  <a:gd name="f27" fmla="*/ f22 1 14097"/>
                  <a:gd name="f28" fmla="*/ f23 1 14097"/>
                  <a:gd name="f29" fmla="*/ f14 1 f19"/>
                  <a:gd name="f30" fmla="*/ f15 1 f19"/>
                  <a:gd name="f31" fmla="*/ f25 1 f19"/>
                  <a:gd name="f32" fmla="*/ f26 1 f19"/>
                  <a:gd name="f33" fmla="*/ f27 1 f19"/>
                  <a:gd name="f34" fmla="*/ f28 1 f19"/>
                  <a:gd name="f35" fmla="*/ f29 f12 1"/>
                  <a:gd name="f36" fmla="*/ f30 f12 1"/>
                  <a:gd name="f37" fmla="*/ f30 f13 1"/>
                  <a:gd name="f38" fmla="*/ f29 f13 1"/>
                  <a:gd name="f39" fmla="*/ f31 f12 1"/>
                  <a:gd name="f40" fmla="*/ f32 f13 1"/>
                  <a:gd name="f41" fmla="*/ f33 f12 1"/>
                  <a:gd name="f42" fmla="*/ f31 f13 1"/>
                  <a:gd name="f43" fmla="*/ f34 f12 1"/>
                  <a:gd name="f44" fmla="*/ f34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9" y="f40"/>
                  </a:cxn>
                  <a:cxn ang="f24">
                    <a:pos x="f41" y="f42"/>
                  </a:cxn>
                  <a:cxn ang="f24">
                    <a:pos x="f43" y="f40"/>
                  </a:cxn>
                  <a:cxn ang="f24">
                    <a:pos x="f41" y="f44"/>
                  </a:cxn>
                  <a:cxn ang="f24">
                    <a:pos x="f39" y="f40"/>
                  </a:cxn>
                </a:cxnLst>
                <a:rect l="f35" t="f38" r="f36" b="f37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9" y="f6"/>
                    </a:cubicBezTo>
                    <a:cubicBezTo>
                      <a:pt x="f10" y="f6"/>
                      <a:pt x="f5" y="f8"/>
                      <a:pt x="f5" y="f7"/>
                    </a:cubicBezTo>
                    <a:cubicBezTo>
                      <a:pt x="f5" y="f10"/>
                      <a:pt x="f10" y="f5"/>
                      <a:pt x="f9" y="f5"/>
                    </a:cubicBezTo>
                    <a:cubicBezTo>
                      <a:pt x="f8" y="f5"/>
                      <a:pt x="f6" y="f10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4" name="Freeform: Shape 4448">
                <a:extLst>
                  <a:ext uri="{FF2B5EF4-FFF2-40B4-BE49-F238E27FC236}">
                    <a16:creationId xmlns:a16="http://schemas.microsoft.com/office/drawing/2014/main" id="{661889C6-D882-3B91-7BBC-7952336F4554}"/>
                  </a:ext>
                </a:extLst>
              </p:cNvPr>
              <p:cNvSpPr/>
              <p:nvPr/>
            </p:nvSpPr>
            <p:spPr>
              <a:xfrm>
                <a:off x="10107750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5" name="Freeform: Shape 4449">
                <a:extLst>
                  <a:ext uri="{FF2B5EF4-FFF2-40B4-BE49-F238E27FC236}">
                    <a16:creationId xmlns:a16="http://schemas.microsoft.com/office/drawing/2014/main" id="{1AE48FE7-303A-4201-21DD-16C99070697F}"/>
                  </a:ext>
                </a:extLst>
              </p:cNvPr>
              <p:cNvSpPr/>
              <p:nvPr/>
            </p:nvSpPr>
            <p:spPr>
              <a:xfrm>
                <a:off x="10253395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6" name="Freeform: Shape 4450">
                <a:extLst>
                  <a:ext uri="{FF2B5EF4-FFF2-40B4-BE49-F238E27FC236}">
                    <a16:creationId xmlns:a16="http://schemas.microsoft.com/office/drawing/2014/main" id="{9148B608-A4D8-EAC7-3F8D-F89B8A2914B6}"/>
                  </a:ext>
                </a:extLst>
              </p:cNvPr>
              <p:cNvSpPr/>
              <p:nvPr/>
            </p:nvSpPr>
            <p:spPr>
              <a:xfrm>
                <a:off x="10398812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7" name="Freeform: Shape 4451">
                <a:extLst>
                  <a:ext uri="{FF2B5EF4-FFF2-40B4-BE49-F238E27FC236}">
                    <a16:creationId xmlns:a16="http://schemas.microsoft.com/office/drawing/2014/main" id="{3DDDAC22-A7BC-36C5-1F0D-0F4B6A209245}"/>
                  </a:ext>
                </a:extLst>
              </p:cNvPr>
              <p:cNvSpPr/>
              <p:nvPr/>
            </p:nvSpPr>
            <p:spPr>
              <a:xfrm>
                <a:off x="10544467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8"/>
                  <a:gd name="f8" fmla="val 10941"/>
                  <a:gd name="f9" fmla="val 7049"/>
                  <a:gd name="f10" fmla="val 3156"/>
                  <a:gd name="f11" fmla="+- 0 0 -90"/>
                  <a:gd name="f12" fmla="*/ f3 1 14097"/>
                  <a:gd name="f13" fmla="*/ f4 1 14097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7"/>
                  <a:gd name="f20" fmla="*/ 14097 f17 1"/>
                  <a:gd name="f21" fmla="*/ 7048 f17 1"/>
                  <a:gd name="f22" fmla="*/ 7049 f17 1"/>
                  <a:gd name="f23" fmla="*/ 0 f17 1"/>
                  <a:gd name="f24" fmla="+- f18 0 f1"/>
                  <a:gd name="f25" fmla="*/ f20 1 14097"/>
                  <a:gd name="f26" fmla="*/ f21 1 14097"/>
                  <a:gd name="f27" fmla="*/ f22 1 14097"/>
                  <a:gd name="f28" fmla="*/ f23 1 14097"/>
                  <a:gd name="f29" fmla="*/ f14 1 f19"/>
                  <a:gd name="f30" fmla="*/ f15 1 f19"/>
                  <a:gd name="f31" fmla="*/ f25 1 f19"/>
                  <a:gd name="f32" fmla="*/ f26 1 f19"/>
                  <a:gd name="f33" fmla="*/ f27 1 f19"/>
                  <a:gd name="f34" fmla="*/ f28 1 f19"/>
                  <a:gd name="f35" fmla="*/ f29 f12 1"/>
                  <a:gd name="f36" fmla="*/ f30 f12 1"/>
                  <a:gd name="f37" fmla="*/ f30 f13 1"/>
                  <a:gd name="f38" fmla="*/ f29 f13 1"/>
                  <a:gd name="f39" fmla="*/ f31 f12 1"/>
                  <a:gd name="f40" fmla="*/ f32 f13 1"/>
                  <a:gd name="f41" fmla="*/ f33 f12 1"/>
                  <a:gd name="f42" fmla="*/ f31 f13 1"/>
                  <a:gd name="f43" fmla="*/ f34 f12 1"/>
                  <a:gd name="f44" fmla="*/ f34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9" y="f40"/>
                  </a:cxn>
                  <a:cxn ang="f24">
                    <a:pos x="f41" y="f42"/>
                  </a:cxn>
                  <a:cxn ang="f24">
                    <a:pos x="f43" y="f40"/>
                  </a:cxn>
                  <a:cxn ang="f24">
                    <a:pos x="f41" y="f44"/>
                  </a:cxn>
                  <a:cxn ang="f24">
                    <a:pos x="f39" y="f40"/>
                  </a:cxn>
                </a:cxnLst>
                <a:rect l="f35" t="f38" r="f36" b="f37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9" y="f6"/>
                    </a:cubicBezTo>
                    <a:cubicBezTo>
                      <a:pt x="f10" y="f6"/>
                      <a:pt x="f5" y="f8"/>
                      <a:pt x="f5" y="f7"/>
                    </a:cubicBezTo>
                    <a:cubicBezTo>
                      <a:pt x="f5" y="f10"/>
                      <a:pt x="f10" y="f5"/>
                      <a:pt x="f9" y="f5"/>
                    </a:cubicBezTo>
                    <a:cubicBezTo>
                      <a:pt x="f8" y="f5"/>
                      <a:pt x="f6" y="f10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8" name="Freeform: Shape 4452">
                <a:extLst>
                  <a:ext uri="{FF2B5EF4-FFF2-40B4-BE49-F238E27FC236}">
                    <a16:creationId xmlns:a16="http://schemas.microsoft.com/office/drawing/2014/main" id="{7CF09BFF-F62B-4F39-C7CF-BAEF0E531EC2}"/>
                  </a:ext>
                </a:extLst>
              </p:cNvPr>
              <p:cNvSpPr/>
              <p:nvPr/>
            </p:nvSpPr>
            <p:spPr>
              <a:xfrm>
                <a:off x="10689884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29" name="Freeform: Shape 4453">
                <a:extLst>
                  <a:ext uri="{FF2B5EF4-FFF2-40B4-BE49-F238E27FC236}">
                    <a16:creationId xmlns:a16="http://schemas.microsoft.com/office/drawing/2014/main" id="{C8453771-F112-D108-4786-86D017AD4534}"/>
                  </a:ext>
                </a:extLst>
              </p:cNvPr>
              <p:cNvSpPr/>
              <p:nvPr/>
            </p:nvSpPr>
            <p:spPr>
              <a:xfrm>
                <a:off x="9816678" y="5884986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0" name="Freeform: Shape 4454">
                <a:extLst>
                  <a:ext uri="{FF2B5EF4-FFF2-40B4-BE49-F238E27FC236}">
                    <a16:creationId xmlns:a16="http://schemas.microsoft.com/office/drawing/2014/main" id="{9A91B8BB-2935-7EEA-336B-288E0432698B}"/>
                  </a:ext>
                </a:extLst>
              </p:cNvPr>
              <p:cNvSpPr/>
              <p:nvPr/>
            </p:nvSpPr>
            <p:spPr>
              <a:xfrm>
                <a:off x="9962333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1" name="Freeform: Shape 4455">
                <a:extLst>
                  <a:ext uri="{FF2B5EF4-FFF2-40B4-BE49-F238E27FC236}">
                    <a16:creationId xmlns:a16="http://schemas.microsoft.com/office/drawing/2014/main" id="{89B69156-A178-56DC-47DE-2FBE07D55C57}"/>
                  </a:ext>
                </a:extLst>
              </p:cNvPr>
              <p:cNvSpPr/>
              <p:nvPr/>
            </p:nvSpPr>
            <p:spPr>
              <a:xfrm>
                <a:off x="10107750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2" name="Freeform: Shape 4456">
                <a:extLst>
                  <a:ext uri="{FF2B5EF4-FFF2-40B4-BE49-F238E27FC236}">
                    <a16:creationId xmlns:a16="http://schemas.microsoft.com/office/drawing/2014/main" id="{CC149BC9-EE62-0FB9-1C80-C4872E0AD457}"/>
                  </a:ext>
                </a:extLst>
              </p:cNvPr>
              <p:cNvSpPr/>
              <p:nvPr/>
            </p:nvSpPr>
            <p:spPr>
              <a:xfrm>
                <a:off x="10253395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3" name="Freeform: Shape 4457">
                <a:extLst>
                  <a:ext uri="{FF2B5EF4-FFF2-40B4-BE49-F238E27FC236}">
                    <a16:creationId xmlns:a16="http://schemas.microsoft.com/office/drawing/2014/main" id="{AD76922B-45E6-FD98-FDBA-84DF0CF0C8C5}"/>
                  </a:ext>
                </a:extLst>
              </p:cNvPr>
              <p:cNvSpPr/>
              <p:nvPr/>
            </p:nvSpPr>
            <p:spPr>
              <a:xfrm>
                <a:off x="10398812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4" name="Freeform: Shape 4458">
                <a:extLst>
                  <a:ext uri="{FF2B5EF4-FFF2-40B4-BE49-F238E27FC236}">
                    <a16:creationId xmlns:a16="http://schemas.microsoft.com/office/drawing/2014/main" id="{C89B7997-FC0C-C3DF-BD07-AE9EB1F9685F}"/>
                  </a:ext>
                </a:extLst>
              </p:cNvPr>
              <p:cNvSpPr/>
              <p:nvPr/>
            </p:nvSpPr>
            <p:spPr>
              <a:xfrm>
                <a:off x="10544467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5" name="Freeform: Shape 4459">
                <a:extLst>
                  <a:ext uri="{FF2B5EF4-FFF2-40B4-BE49-F238E27FC236}">
                    <a16:creationId xmlns:a16="http://schemas.microsoft.com/office/drawing/2014/main" id="{24BD608B-0E87-8700-8C46-FEF70DF0D700}"/>
                  </a:ext>
                </a:extLst>
              </p:cNvPr>
              <p:cNvSpPr/>
              <p:nvPr/>
            </p:nvSpPr>
            <p:spPr>
              <a:xfrm>
                <a:off x="10689884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6" name="Freeform: Shape 4460">
                <a:extLst>
                  <a:ext uri="{FF2B5EF4-FFF2-40B4-BE49-F238E27FC236}">
                    <a16:creationId xmlns:a16="http://schemas.microsoft.com/office/drawing/2014/main" id="{32FE9EEA-EEE9-BB17-25DD-1EB9C1DFC149}"/>
                  </a:ext>
                </a:extLst>
              </p:cNvPr>
              <p:cNvSpPr/>
              <p:nvPr/>
            </p:nvSpPr>
            <p:spPr>
              <a:xfrm>
                <a:off x="9816678" y="6030632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7" name="Freeform: Shape 4461">
                <a:extLst>
                  <a:ext uri="{FF2B5EF4-FFF2-40B4-BE49-F238E27FC236}">
                    <a16:creationId xmlns:a16="http://schemas.microsoft.com/office/drawing/2014/main" id="{251B66E8-A87C-994B-D975-AF6783657173}"/>
                  </a:ext>
                </a:extLst>
              </p:cNvPr>
              <p:cNvSpPr/>
              <p:nvPr/>
            </p:nvSpPr>
            <p:spPr>
              <a:xfrm>
                <a:off x="9962323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8" name="Freeform: Shape 4462">
                <a:extLst>
                  <a:ext uri="{FF2B5EF4-FFF2-40B4-BE49-F238E27FC236}">
                    <a16:creationId xmlns:a16="http://schemas.microsoft.com/office/drawing/2014/main" id="{BF501C37-3946-2790-2436-C3FC5A185C97}"/>
                  </a:ext>
                </a:extLst>
              </p:cNvPr>
              <p:cNvSpPr/>
              <p:nvPr/>
            </p:nvSpPr>
            <p:spPr>
              <a:xfrm>
                <a:off x="10107741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39" name="Freeform: Shape 4463">
                <a:extLst>
                  <a:ext uri="{FF2B5EF4-FFF2-40B4-BE49-F238E27FC236}">
                    <a16:creationId xmlns:a16="http://schemas.microsoft.com/office/drawing/2014/main" id="{C1121825-57A5-5AA2-239C-BCA5FB99D0F8}"/>
                  </a:ext>
                </a:extLst>
              </p:cNvPr>
              <p:cNvSpPr/>
              <p:nvPr/>
            </p:nvSpPr>
            <p:spPr>
              <a:xfrm>
                <a:off x="10253395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0" name="Freeform: Shape 4464">
                <a:extLst>
                  <a:ext uri="{FF2B5EF4-FFF2-40B4-BE49-F238E27FC236}">
                    <a16:creationId xmlns:a16="http://schemas.microsoft.com/office/drawing/2014/main" id="{E42B7948-2BA6-26A1-E990-38EC2852E280}"/>
                  </a:ext>
                </a:extLst>
              </p:cNvPr>
              <p:cNvSpPr/>
              <p:nvPr/>
            </p:nvSpPr>
            <p:spPr>
              <a:xfrm>
                <a:off x="10398812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1" name="Freeform: Shape 4465">
                <a:extLst>
                  <a:ext uri="{FF2B5EF4-FFF2-40B4-BE49-F238E27FC236}">
                    <a16:creationId xmlns:a16="http://schemas.microsoft.com/office/drawing/2014/main" id="{C6FCA0D0-23AD-073B-2B4F-A6ECCA4B3E29}"/>
                  </a:ext>
                </a:extLst>
              </p:cNvPr>
              <p:cNvSpPr/>
              <p:nvPr/>
            </p:nvSpPr>
            <p:spPr>
              <a:xfrm>
                <a:off x="10544467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2" name="Freeform: Shape 4466">
                <a:extLst>
                  <a:ext uri="{FF2B5EF4-FFF2-40B4-BE49-F238E27FC236}">
                    <a16:creationId xmlns:a16="http://schemas.microsoft.com/office/drawing/2014/main" id="{B22CC72E-5BD1-8214-11D3-2C75FEC8EC28}"/>
                  </a:ext>
                </a:extLst>
              </p:cNvPr>
              <p:cNvSpPr/>
              <p:nvPr/>
            </p:nvSpPr>
            <p:spPr>
              <a:xfrm>
                <a:off x="10689884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3" name="Freeform: Shape 4467">
                <a:extLst>
                  <a:ext uri="{FF2B5EF4-FFF2-40B4-BE49-F238E27FC236}">
                    <a16:creationId xmlns:a16="http://schemas.microsoft.com/office/drawing/2014/main" id="{0EAED7D9-D909-33A7-FC6D-51E8E1F592C2}"/>
                  </a:ext>
                </a:extLst>
              </p:cNvPr>
              <p:cNvSpPr/>
              <p:nvPr/>
            </p:nvSpPr>
            <p:spPr>
              <a:xfrm>
                <a:off x="9816678" y="6176058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4" name="Freeform: Shape 4468">
                <a:extLst>
                  <a:ext uri="{FF2B5EF4-FFF2-40B4-BE49-F238E27FC236}">
                    <a16:creationId xmlns:a16="http://schemas.microsoft.com/office/drawing/2014/main" id="{D8A668AD-8342-F2B4-5EF0-A2D64F7D664F}"/>
                  </a:ext>
                </a:extLst>
              </p:cNvPr>
              <p:cNvSpPr/>
              <p:nvPr/>
            </p:nvSpPr>
            <p:spPr>
              <a:xfrm>
                <a:off x="9962333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5" name="Freeform: Shape 4469">
                <a:extLst>
                  <a:ext uri="{FF2B5EF4-FFF2-40B4-BE49-F238E27FC236}">
                    <a16:creationId xmlns:a16="http://schemas.microsoft.com/office/drawing/2014/main" id="{591697CA-9503-3027-9286-F006087676B2}"/>
                  </a:ext>
                </a:extLst>
              </p:cNvPr>
              <p:cNvSpPr/>
              <p:nvPr/>
            </p:nvSpPr>
            <p:spPr>
              <a:xfrm>
                <a:off x="10107750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6" name="Freeform: Shape 4470">
                <a:extLst>
                  <a:ext uri="{FF2B5EF4-FFF2-40B4-BE49-F238E27FC236}">
                    <a16:creationId xmlns:a16="http://schemas.microsoft.com/office/drawing/2014/main" id="{FA987F57-9CA8-1CBC-6F1F-CF3F8709B7A8}"/>
                  </a:ext>
                </a:extLst>
              </p:cNvPr>
              <p:cNvSpPr/>
              <p:nvPr/>
            </p:nvSpPr>
            <p:spPr>
              <a:xfrm>
                <a:off x="10253395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7" name="Freeform: Shape 4471">
                <a:extLst>
                  <a:ext uri="{FF2B5EF4-FFF2-40B4-BE49-F238E27FC236}">
                    <a16:creationId xmlns:a16="http://schemas.microsoft.com/office/drawing/2014/main" id="{85FC45AE-35D1-8A81-C7CE-91AC31E58284}"/>
                  </a:ext>
                </a:extLst>
              </p:cNvPr>
              <p:cNvSpPr/>
              <p:nvPr/>
            </p:nvSpPr>
            <p:spPr>
              <a:xfrm>
                <a:off x="10398812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8" name="Freeform: Shape 4472">
                <a:extLst>
                  <a:ext uri="{FF2B5EF4-FFF2-40B4-BE49-F238E27FC236}">
                    <a16:creationId xmlns:a16="http://schemas.microsoft.com/office/drawing/2014/main" id="{FCCA1886-142D-420B-95CC-BDAC2AC03972}"/>
                  </a:ext>
                </a:extLst>
              </p:cNvPr>
              <p:cNvSpPr/>
              <p:nvPr/>
            </p:nvSpPr>
            <p:spPr>
              <a:xfrm>
                <a:off x="10544467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49" name="Freeform: Shape 4473">
                <a:extLst>
                  <a:ext uri="{FF2B5EF4-FFF2-40B4-BE49-F238E27FC236}">
                    <a16:creationId xmlns:a16="http://schemas.microsoft.com/office/drawing/2014/main" id="{2324CF09-BDD1-86DB-1798-B9BC99A148CC}"/>
                  </a:ext>
                </a:extLst>
              </p:cNvPr>
              <p:cNvSpPr/>
              <p:nvPr/>
            </p:nvSpPr>
            <p:spPr>
              <a:xfrm>
                <a:off x="10689884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0" name="Freeform: Shape 4474">
                <a:extLst>
                  <a:ext uri="{FF2B5EF4-FFF2-40B4-BE49-F238E27FC236}">
                    <a16:creationId xmlns:a16="http://schemas.microsoft.com/office/drawing/2014/main" id="{2632DA62-62DE-0B9A-1F2E-2C51D518387A}"/>
                  </a:ext>
                </a:extLst>
              </p:cNvPr>
              <p:cNvSpPr/>
              <p:nvPr/>
            </p:nvSpPr>
            <p:spPr>
              <a:xfrm>
                <a:off x="9816687" y="6321704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1" name="Freeform: Shape 4475">
                <a:extLst>
                  <a:ext uri="{FF2B5EF4-FFF2-40B4-BE49-F238E27FC236}">
                    <a16:creationId xmlns:a16="http://schemas.microsoft.com/office/drawing/2014/main" id="{5FFF48CC-C847-F444-873A-F1572ADA9C3F}"/>
                  </a:ext>
                </a:extLst>
              </p:cNvPr>
              <p:cNvSpPr/>
              <p:nvPr/>
            </p:nvSpPr>
            <p:spPr>
              <a:xfrm>
                <a:off x="9962333" y="632170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41"/>
                  <a:gd name="f10" fmla="val 7049"/>
                  <a:gd name="f11" fmla="val 3156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2" name="Freeform: Shape 4476">
                <a:extLst>
                  <a:ext uri="{FF2B5EF4-FFF2-40B4-BE49-F238E27FC236}">
                    <a16:creationId xmlns:a16="http://schemas.microsoft.com/office/drawing/2014/main" id="{D0D9512C-B36C-6361-CBD1-A2B7AEB37BFE}"/>
                  </a:ext>
                </a:extLst>
              </p:cNvPr>
              <p:cNvSpPr/>
              <p:nvPr/>
            </p:nvSpPr>
            <p:spPr>
              <a:xfrm>
                <a:off x="10107750" y="6321704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3" name="Freeform: Shape 4477">
                <a:extLst>
                  <a:ext uri="{FF2B5EF4-FFF2-40B4-BE49-F238E27FC236}">
                    <a16:creationId xmlns:a16="http://schemas.microsoft.com/office/drawing/2014/main" id="{99BA7BCC-8380-DA7D-6DB9-0B5B4BD8482B}"/>
                  </a:ext>
                </a:extLst>
              </p:cNvPr>
              <p:cNvSpPr/>
              <p:nvPr/>
            </p:nvSpPr>
            <p:spPr>
              <a:xfrm>
                <a:off x="10253414" y="6321704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4" name="Freeform: Shape 4478">
                <a:extLst>
                  <a:ext uri="{FF2B5EF4-FFF2-40B4-BE49-F238E27FC236}">
                    <a16:creationId xmlns:a16="http://schemas.microsoft.com/office/drawing/2014/main" id="{B5AB13BB-D5B6-131E-6536-66DA97807743}"/>
                  </a:ext>
                </a:extLst>
              </p:cNvPr>
              <p:cNvSpPr/>
              <p:nvPr/>
            </p:nvSpPr>
            <p:spPr>
              <a:xfrm>
                <a:off x="10398831" y="6321704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5" name="Freeform: Shape 4479">
                <a:extLst>
                  <a:ext uri="{FF2B5EF4-FFF2-40B4-BE49-F238E27FC236}">
                    <a16:creationId xmlns:a16="http://schemas.microsoft.com/office/drawing/2014/main" id="{6D71ED6E-C434-F6AC-F63A-56AEADE1D104}"/>
                  </a:ext>
                </a:extLst>
              </p:cNvPr>
              <p:cNvSpPr/>
              <p:nvPr/>
            </p:nvSpPr>
            <p:spPr>
              <a:xfrm>
                <a:off x="10544485" y="632170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41"/>
                  <a:gd name="f10" fmla="val 7049"/>
                  <a:gd name="f11" fmla="val 3156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6" name="Freeform: Shape 4480">
                <a:extLst>
                  <a:ext uri="{FF2B5EF4-FFF2-40B4-BE49-F238E27FC236}">
                    <a16:creationId xmlns:a16="http://schemas.microsoft.com/office/drawing/2014/main" id="{5D7A0EEF-95F3-E20F-769A-584B3BA52705}"/>
                  </a:ext>
                </a:extLst>
              </p:cNvPr>
              <p:cNvSpPr/>
              <p:nvPr/>
            </p:nvSpPr>
            <p:spPr>
              <a:xfrm>
                <a:off x="10689902" y="6321704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7" name="Freeform: Shape 4481">
                <a:extLst>
                  <a:ext uri="{FF2B5EF4-FFF2-40B4-BE49-F238E27FC236}">
                    <a16:creationId xmlns:a16="http://schemas.microsoft.com/office/drawing/2014/main" id="{B4D4F823-21A8-FA97-CF67-D487B94C16C6}"/>
                  </a:ext>
                </a:extLst>
              </p:cNvPr>
              <p:cNvSpPr/>
              <p:nvPr/>
            </p:nvSpPr>
            <p:spPr>
              <a:xfrm>
                <a:off x="10835548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9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9 f18 1"/>
                  <a:gd name="f25" fmla="*/ 7049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8" name="Freeform: Shape 4482">
                <a:extLst>
                  <a:ext uri="{FF2B5EF4-FFF2-40B4-BE49-F238E27FC236}">
                    <a16:creationId xmlns:a16="http://schemas.microsoft.com/office/drawing/2014/main" id="{0B1F50B9-0F07-FDCE-07FD-4BCECED7CEEA}"/>
                  </a:ext>
                </a:extLst>
              </p:cNvPr>
              <p:cNvSpPr/>
              <p:nvPr/>
            </p:nvSpPr>
            <p:spPr>
              <a:xfrm>
                <a:off x="10980974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59" name="Freeform: Shape 4483">
                <a:extLst>
                  <a:ext uri="{FF2B5EF4-FFF2-40B4-BE49-F238E27FC236}">
                    <a16:creationId xmlns:a16="http://schemas.microsoft.com/office/drawing/2014/main" id="{27F625DF-D285-F538-7554-343206D5FFEB}"/>
                  </a:ext>
                </a:extLst>
              </p:cNvPr>
              <p:cNvSpPr/>
              <p:nvPr/>
            </p:nvSpPr>
            <p:spPr>
              <a:xfrm>
                <a:off x="11126620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3143"/>
                  <a:gd name="f11" fmla="val 10859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0" name="Freeform: Shape 4484">
                <a:extLst>
                  <a:ext uri="{FF2B5EF4-FFF2-40B4-BE49-F238E27FC236}">
                    <a16:creationId xmlns:a16="http://schemas.microsoft.com/office/drawing/2014/main" id="{C484B470-5D57-7CC7-12AB-D9582D3C00F5}"/>
                  </a:ext>
                </a:extLst>
              </p:cNvPr>
              <p:cNvSpPr/>
              <p:nvPr/>
            </p:nvSpPr>
            <p:spPr>
              <a:xfrm>
                <a:off x="11272037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1" name="Freeform: Shape 4485">
                <a:extLst>
                  <a:ext uri="{FF2B5EF4-FFF2-40B4-BE49-F238E27FC236}">
                    <a16:creationId xmlns:a16="http://schemas.microsoft.com/office/drawing/2014/main" id="{6486EC74-6A14-CF04-8848-E499ECBFB6C1}"/>
                  </a:ext>
                </a:extLst>
              </p:cNvPr>
              <p:cNvSpPr/>
              <p:nvPr/>
            </p:nvSpPr>
            <p:spPr>
              <a:xfrm>
                <a:off x="11417692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val 10858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9 f19 1"/>
                  <a:gd name="f24" fmla="*/ 7048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2" name="Freeform: Shape 4486">
                <a:extLst>
                  <a:ext uri="{FF2B5EF4-FFF2-40B4-BE49-F238E27FC236}">
                    <a16:creationId xmlns:a16="http://schemas.microsoft.com/office/drawing/2014/main" id="{5D582EF5-AF9D-19C8-69D0-5C0F9965FF11}"/>
                  </a:ext>
                </a:extLst>
              </p:cNvPr>
              <p:cNvSpPr/>
              <p:nvPr/>
            </p:nvSpPr>
            <p:spPr>
              <a:xfrm>
                <a:off x="11563109" y="559390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41"/>
                  <a:gd name="f10" fmla="val 7048"/>
                  <a:gd name="f11" fmla="val 3156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3" name="Freeform: Shape 4487">
                <a:extLst>
                  <a:ext uri="{FF2B5EF4-FFF2-40B4-BE49-F238E27FC236}">
                    <a16:creationId xmlns:a16="http://schemas.microsoft.com/office/drawing/2014/main" id="{6DD80265-BAAC-0904-6DB7-85B6559021ED}"/>
                  </a:ext>
                </a:extLst>
              </p:cNvPr>
              <p:cNvSpPr/>
              <p:nvPr/>
            </p:nvSpPr>
            <p:spPr>
              <a:xfrm>
                <a:off x="10835548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4" name="Freeform: Shape 4488">
                <a:extLst>
                  <a:ext uri="{FF2B5EF4-FFF2-40B4-BE49-F238E27FC236}">
                    <a16:creationId xmlns:a16="http://schemas.microsoft.com/office/drawing/2014/main" id="{85CEC962-605D-69ED-9310-48F04D49D1BB}"/>
                  </a:ext>
                </a:extLst>
              </p:cNvPr>
              <p:cNvSpPr/>
              <p:nvPr/>
            </p:nvSpPr>
            <p:spPr>
              <a:xfrm>
                <a:off x="10980974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5" name="Freeform: Shape 4489">
                <a:extLst>
                  <a:ext uri="{FF2B5EF4-FFF2-40B4-BE49-F238E27FC236}">
                    <a16:creationId xmlns:a16="http://schemas.microsoft.com/office/drawing/2014/main" id="{A11C50CD-FEC7-C1C8-CCF1-FCF194AE5CA8}"/>
                  </a:ext>
                </a:extLst>
              </p:cNvPr>
              <p:cNvSpPr/>
              <p:nvPr/>
            </p:nvSpPr>
            <p:spPr>
              <a:xfrm>
                <a:off x="11126620" y="573957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6" name="Freeform: Shape 4490">
                <a:extLst>
                  <a:ext uri="{FF2B5EF4-FFF2-40B4-BE49-F238E27FC236}">
                    <a16:creationId xmlns:a16="http://schemas.microsoft.com/office/drawing/2014/main" id="{00AD8434-226F-BECE-F4B1-936A1181A455}"/>
                  </a:ext>
                </a:extLst>
              </p:cNvPr>
              <p:cNvSpPr/>
              <p:nvPr/>
            </p:nvSpPr>
            <p:spPr>
              <a:xfrm>
                <a:off x="11272037" y="573957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7" name="Freeform: Shape 4491">
                <a:extLst>
                  <a:ext uri="{FF2B5EF4-FFF2-40B4-BE49-F238E27FC236}">
                    <a16:creationId xmlns:a16="http://schemas.microsoft.com/office/drawing/2014/main" id="{B7EE60BC-BA30-24AD-7CD9-1D7C5A1A7B2A}"/>
                  </a:ext>
                </a:extLst>
              </p:cNvPr>
              <p:cNvSpPr/>
              <p:nvPr/>
            </p:nvSpPr>
            <p:spPr>
              <a:xfrm>
                <a:off x="11417692" y="573958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8" name="Freeform: Shape 4492">
                <a:extLst>
                  <a:ext uri="{FF2B5EF4-FFF2-40B4-BE49-F238E27FC236}">
                    <a16:creationId xmlns:a16="http://schemas.microsoft.com/office/drawing/2014/main" id="{734FF852-2867-DF0D-83F8-0B992A71C9A6}"/>
                  </a:ext>
                </a:extLst>
              </p:cNvPr>
              <p:cNvSpPr/>
              <p:nvPr/>
            </p:nvSpPr>
            <p:spPr>
              <a:xfrm>
                <a:off x="11563109" y="5739597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41"/>
                  <a:gd name="f10" fmla="val 3156"/>
                  <a:gd name="f11" fmla="+- 0 0 -90"/>
                  <a:gd name="f12" fmla="*/ f3 1 14096"/>
                  <a:gd name="f13" fmla="*/ f4 1 14097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6"/>
                  <a:gd name="f22" fmla="*/ f18 1 14097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6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69" name="Freeform: Shape 4493">
                <a:extLst>
                  <a:ext uri="{FF2B5EF4-FFF2-40B4-BE49-F238E27FC236}">
                    <a16:creationId xmlns:a16="http://schemas.microsoft.com/office/drawing/2014/main" id="{7F4ACC5A-A852-00BF-054D-9F33322D826A}"/>
                  </a:ext>
                </a:extLst>
              </p:cNvPr>
              <p:cNvSpPr/>
              <p:nvPr/>
            </p:nvSpPr>
            <p:spPr>
              <a:xfrm>
                <a:off x="10835548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0" name="Freeform: Shape 4494">
                <a:extLst>
                  <a:ext uri="{FF2B5EF4-FFF2-40B4-BE49-F238E27FC236}">
                    <a16:creationId xmlns:a16="http://schemas.microsoft.com/office/drawing/2014/main" id="{38017ABA-260B-102C-9C33-269120239859}"/>
                  </a:ext>
                </a:extLst>
              </p:cNvPr>
              <p:cNvSpPr/>
              <p:nvPr/>
            </p:nvSpPr>
            <p:spPr>
              <a:xfrm>
                <a:off x="10980974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1" name="Freeform: Shape 4495">
                <a:extLst>
                  <a:ext uri="{FF2B5EF4-FFF2-40B4-BE49-F238E27FC236}">
                    <a16:creationId xmlns:a16="http://schemas.microsoft.com/office/drawing/2014/main" id="{3579FB67-E7EA-BB2A-97F5-F9093C28677D}"/>
                  </a:ext>
                </a:extLst>
              </p:cNvPr>
              <p:cNvSpPr/>
              <p:nvPr/>
            </p:nvSpPr>
            <p:spPr>
              <a:xfrm>
                <a:off x="11126620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2" name="Freeform: Shape 4496">
                <a:extLst>
                  <a:ext uri="{FF2B5EF4-FFF2-40B4-BE49-F238E27FC236}">
                    <a16:creationId xmlns:a16="http://schemas.microsoft.com/office/drawing/2014/main" id="{35FB4000-87B2-EFBC-6D91-9934B2B84655}"/>
                  </a:ext>
                </a:extLst>
              </p:cNvPr>
              <p:cNvSpPr/>
              <p:nvPr/>
            </p:nvSpPr>
            <p:spPr>
              <a:xfrm>
                <a:off x="11272037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3" name="Freeform: Shape 4497">
                <a:extLst>
                  <a:ext uri="{FF2B5EF4-FFF2-40B4-BE49-F238E27FC236}">
                    <a16:creationId xmlns:a16="http://schemas.microsoft.com/office/drawing/2014/main" id="{0ADB69F5-FB81-D319-B1CC-167D0B554E33}"/>
                  </a:ext>
                </a:extLst>
              </p:cNvPr>
              <p:cNvSpPr/>
              <p:nvPr/>
            </p:nvSpPr>
            <p:spPr>
              <a:xfrm>
                <a:off x="11417692" y="588500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4" name="Freeform: Shape 4498">
                <a:extLst>
                  <a:ext uri="{FF2B5EF4-FFF2-40B4-BE49-F238E27FC236}">
                    <a16:creationId xmlns:a16="http://schemas.microsoft.com/office/drawing/2014/main" id="{81111E4A-8399-0F9A-AA60-D65ACBF09D67}"/>
                  </a:ext>
                </a:extLst>
              </p:cNvPr>
              <p:cNvSpPr/>
              <p:nvPr/>
            </p:nvSpPr>
            <p:spPr>
              <a:xfrm>
                <a:off x="11563109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5" name="Freeform: Shape 4499">
                <a:extLst>
                  <a:ext uri="{FF2B5EF4-FFF2-40B4-BE49-F238E27FC236}">
                    <a16:creationId xmlns:a16="http://schemas.microsoft.com/office/drawing/2014/main" id="{575B9D76-07E9-C38B-D70A-8ECC10FC7689}"/>
                  </a:ext>
                </a:extLst>
              </p:cNvPr>
              <p:cNvSpPr/>
              <p:nvPr/>
            </p:nvSpPr>
            <p:spPr>
              <a:xfrm>
                <a:off x="10835548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6" name="Freeform: Shape 4500">
                <a:extLst>
                  <a:ext uri="{FF2B5EF4-FFF2-40B4-BE49-F238E27FC236}">
                    <a16:creationId xmlns:a16="http://schemas.microsoft.com/office/drawing/2014/main" id="{AA83FF7C-6B0F-9418-F24D-EF6BE18D2A55}"/>
                  </a:ext>
                </a:extLst>
              </p:cNvPr>
              <p:cNvSpPr/>
              <p:nvPr/>
            </p:nvSpPr>
            <p:spPr>
              <a:xfrm>
                <a:off x="10980974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7" name="Freeform: Shape 4501">
                <a:extLst>
                  <a:ext uri="{FF2B5EF4-FFF2-40B4-BE49-F238E27FC236}">
                    <a16:creationId xmlns:a16="http://schemas.microsoft.com/office/drawing/2014/main" id="{7AC910D5-EB50-0A22-4B9F-0F7AC6A5FB4C}"/>
                  </a:ext>
                </a:extLst>
              </p:cNvPr>
              <p:cNvSpPr/>
              <p:nvPr/>
            </p:nvSpPr>
            <p:spPr>
              <a:xfrm>
                <a:off x="11126620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8" name="Freeform: Shape 4502">
                <a:extLst>
                  <a:ext uri="{FF2B5EF4-FFF2-40B4-BE49-F238E27FC236}">
                    <a16:creationId xmlns:a16="http://schemas.microsoft.com/office/drawing/2014/main" id="{3D51E0AA-6A7D-ADFE-CCE9-0725016BD028}"/>
                  </a:ext>
                </a:extLst>
              </p:cNvPr>
              <p:cNvSpPr/>
              <p:nvPr/>
            </p:nvSpPr>
            <p:spPr>
              <a:xfrm>
                <a:off x="11272037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79" name="Freeform: Shape 4503">
                <a:extLst>
                  <a:ext uri="{FF2B5EF4-FFF2-40B4-BE49-F238E27FC236}">
                    <a16:creationId xmlns:a16="http://schemas.microsoft.com/office/drawing/2014/main" id="{AB169825-7F12-4EB3-E3BA-2EE19A82FA06}"/>
                  </a:ext>
                </a:extLst>
              </p:cNvPr>
              <p:cNvSpPr/>
              <p:nvPr/>
            </p:nvSpPr>
            <p:spPr>
              <a:xfrm>
                <a:off x="11417692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0" name="Freeform: Shape 4504">
                <a:extLst>
                  <a:ext uri="{FF2B5EF4-FFF2-40B4-BE49-F238E27FC236}">
                    <a16:creationId xmlns:a16="http://schemas.microsoft.com/office/drawing/2014/main" id="{1A0084C8-4A44-3D0E-C2C4-C2571DE4B68F}"/>
                  </a:ext>
                </a:extLst>
              </p:cNvPr>
              <p:cNvSpPr/>
              <p:nvPr/>
            </p:nvSpPr>
            <p:spPr>
              <a:xfrm>
                <a:off x="11563109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1" name="Freeform: Shape 4505">
                <a:extLst>
                  <a:ext uri="{FF2B5EF4-FFF2-40B4-BE49-F238E27FC236}">
                    <a16:creationId xmlns:a16="http://schemas.microsoft.com/office/drawing/2014/main" id="{A89EC9CA-3D19-EF2B-B534-DEFCB5184A30}"/>
                  </a:ext>
                </a:extLst>
              </p:cNvPr>
              <p:cNvSpPr/>
              <p:nvPr/>
            </p:nvSpPr>
            <p:spPr>
              <a:xfrm>
                <a:off x="10835548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2" name="Freeform: Shape 4506">
                <a:extLst>
                  <a:ext uri="{FF2B5EF4-FFF2-40B4-BE49-F238E27FC236}">
                    <a16:creationId xmlns:a16="http://schemas.microsoft.com/office/drawing/2014/main" id="{33537763-F1E6-92F3-60B0-30B26EB5DFAE}"/>
                  </a:ext>
                </a:extLst>
              </p:cNvPr>
              <p:cNvSpPr/>
              <p:nvPr/>
            </p:nvSpPr>
            <p:spPr>
              <a:xfrm>
                <a:off x="10980974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3" name="Freeform: Shape 4507">
                <a:extLst>
                  <a:ext uri="{FF2B5EF4-FFF2-40B4-BE49-F238E27FC236}">
                    <a16:creationId xmlns:a16="http://schemas.microsoft.com/office/drawing/2014/main" id="{8170BE34-2AC5-7D76-F903-687A684C9847}"/>
                  </a:ext>
                </a:extLst>
              </p:cNvPr>
              <p:cNvSpPr/>
              <p:nvPr/>
            </p:nvSpPr>
            <p:spPr>
              <a:xfrm>
                <a:off x="11126620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4" name="Freeform: Shape 4508">
                <a:extLst>
                  <a:ext uri="{FF2B5EF4-FFF2-40B4-BE49-F238E27FC236}">
                    <a16:creationId xmlns:a16="http://schemas.microsoft.com/office/drawing/2014/main" id="{FE231CE3-003C-6597-98BA-679F97432B3A}"/>
                  </a:ext>
                </a:extLst>
              </p:cNvPr>
              <p:cNvSpPr/>
              <p:nvPr/>
            </p:nvSpPr>
            <p:spPr>
              <a:xfrm>
                <a:off x="11272037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5" name="Freeform: Shape 4509">
                <a:extLst>
                  <a:ext uri="{FF2B5EF4-FFF2-40B4-BE49-F238E27FC236}">
                    <a16:creationId xmlns:a16="http://schemas.microsoft.com/office/drawing/2014/main" id="{2B175919-22C3-2B66-3A3E-29DCBD4853F2}"/>
                  </a:ext>
                </a:extLst>
              </p:cNvPr>
              <p:cNvSpPr/>
              <p:nvPr/>
            </p:nvSpPr>
            <p:spPr>
              <a:xfrm>
                <a:off x="11417692" y="6176067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6" name="Freeform: Shape 4510">
                <a:extLst>
                  <a:ext uri="{FF2B5EF4-FFF2-40B4-BE49-F238E27FC236}">
                    <a16:creationId xmlns:a16="http://schemas.microsoft.com/office/drawing/2014/main" id="{61385F7E-44F9-9D97-0CA8-F2C11B622831}"/>
                  </a:ext>
                </a:extLst>
              </p:cNvPr>
              <p:cNvSpPr/>
              <p:nvPr/>
            </p:nvSpPr>
            <p:spPr>
              <a:xfrm>
                <a:off x="11563109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7" name="Freeform: Shape 4511">
                <a:extLst>
                  <a:ext uri="{FF2B5EF4-FFF2-40B4-BE49-F238E27FC236}">
                    <a16:creationId xmlns:a16="http://schemas.microsoft.com/office/drawing/2014/main" id="{A778DB50-4CC1-6A9D-0EB1-10AE5A4C5B61}"/>
                  </a:ext>
                </a:extLst>
              </p:cNvPr>
              <p:cNvSpPr/>
              <p:nvPr/>
            </p:nvSpPr>
            <p:spPr>
              <a:xfrm>
                <a:off x="10835548" y="632173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8" name="Freeform: Shape 4512">
                <a:extLst>
                  <a:ext uri="{FF2B5EF4-FFF2-40B4-BE49-F238E27FC236}">
                    <a16:creationId xmlns:a16="http://schemas.microsoft.com/office/drawing/2014/main" id="{A67CE0AA-59F2-DFF0-C858-E811FAA9FA86}"/>
                  </a:ext>
                </a:extLst>
              </p:cNvPr>
              <p:cNvSpPr/>
              <p:nvPr/>
            </p:nvSpPr>
            <p:spPr>
              <a:xfrm>
                <a:off x="10980956" y="632173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89" name="Freeform: Shape 4513">
                <a:extLst>
                  <a:ext uri="{FF2B5EF4-FFF2-40B4-BE49-F238E27FC236}">
                    <a16:creationId xmlns:a16="http://schemas.microsoft.com/office/drawing/2014/main" id="{4E3D4831-405F-2C72-372E-1DDBCD0DFC12}"/>
                  </a:ext>
                </a:extLst>
              </p:cNvPr>
              <p:cNvSpPr/>
              <p:nvPr/>
            </p:nvSpPr>
            <p:spPr>
              <a:xfrm>
                <a:off x="11126611" y="632173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9"/>
                  <a:gd name="f13" fmla="val 3143"/>
                  <a:gd name="f14" fmla="val 3145"/>
                  <a:gd name="f15" fmla="val 2"/>
                  <a:gd name="f16" fmla="val 10859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9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90" name="Freeform: Shape 4514">
                <a:extLst>
                  <a:ext uri="{FF2B5EF4-FFF2-40B4-BE49-F238E27FC236}">
                    <a16:creationId xmlns:a16="http://schemas.microsoft.com/office/drawing/2014/main" id="{FA61A1D7-02B9-5585-B591-31BA4F98E5D8}"/>
                  </a:ext>
                </a:extLst>
              </p:cNvPr>
              <p:cNvSpPr/>
              <p:nvPr/>
            </p:nvSpPr>
            <p:spPr>
              <a:xfrm>
                <a:off x="11272046" y="632164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91" name="Freeform: Shape 4515">
                <a:extLst>
                  <a:ext uri="{FF2B5EF4-FFF2-40B4-BE49-F238E27FC236}">
                    <a16:creationId xmlns:a16="http://schemas.microsoft.com/office/drawing/2014/main" id="{F76FCC24-C690-FCF8-5267-E099A43897BC}"/>
                  </a:ext>
                </a:extLst>
              </p:cNvPr>
              <p:cNvSpPr/>
              <p:nvPr/>
            </p:nvSpPr>
            <p:spPr>
              <a:xfrm>
                <a:off x="11417737" y="632175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10858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8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92" name="Freeform: Shape 4516">
                <a:extLst>
                  <a:ext uri="{FF2B5EF4-FFF2-40B4-BE49-F238E27FC236}">
                    <a16:creationId xmlns:a16="http://schemas.microsoft.com/office/drawing/2014/main" id="{07836823-32CD-3C1E-6439-D0E2A4CC031D}"/>
                  </a:ext>
                </a:extLst>
              </p:cNvPr>
              <p:cNvSpPr/>
              <p:nvPr/>
            </p:nvSpPr>
            <p:spPr>
              <a:xfrm>
                <a:off x="11563127" y="632174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41"/>
                  <a:gd name="f10" fmla="val 3156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</p:grpSp>
        <p:grpSp>
          <p:nvGrpSpPr>
            <p:cNvPr id="193" name="Graphic 4">
              <a:extLst>
                <a:ext uri="{FF2B5EF4-FFF2-40B4-BE49-F238E27FC236}">
                  <a16:creationId xmlns:a16="http://schemas.microsoft.com/office/drawing/2014/main" id="{5F4DDDCE-F4BC-1B6A-F06D-9B0B688EA3EC}"/>
                </a:ext>
              </a:extLst>
            </p:cNvPr>
            <p:cNvGrpSpPr/>
            <p:nvPr/>
          </p:nvGrpSpPr>
          <p:grpSpPr>
            <a:xfrm>
              <a:off x="9816678" y="4575282"/>
              <a:ext cx="1781104" cy="1781132"/>
              <a:chOff x="9816678" y="4575282"/>
              <a:chExt cx="1781104" cy="1781132"/>
            </a:xfrm>
          </p:grpSpPr>
          <p:sp>
            <p:nvSpPr>
              <p:cNvPr id="194" name="Freeform: Shape 4179">
                <a:extLst>
                  <a:ext uri="{FF2B5EF4-FFF2-40B4-BE49-F238E27FC236}">
                    <a16:creationId xmlns:a16="http://schemas.microsoft.com/office/drawing/2014/main" id="{B4F5878F-85F0-6420-209F-549E70D1DE48}"/>
                  </a:ext>
                </a:extLst>
              </p:cNvPr>
              <p:cNvSpPr/>
              <p:nvPr/>
            </p:nvSpPr>
            <p:spPr>
              <a:xfrm>
                <a:off x="9816678" y="4575282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7"/>
                  <a:gd name="f8" fmla="val 7049"/>
                  <a:gd name="f9" fmla="val 10954"/>
                  <a:gd name="f10" fmla="val 11049"/>
                  <a:gd name="f11" fmla="val 7144"/>
                  <a:gd name="f12" fmla="val 3239"/>
                  <a:gd name="f13" fmla="val 3143"/>
                  <a:gd name="f14" fmla="+- 0 0 -90"/>
                  <a:gd name="f15" fmla="*/ f3 1 14192"/>
                  <a:gd name="f16" fmla="*/ f4 1 14097"/>
                  <a:gd name="f17" fmla="val f5"/>
                  <a:gd name="f18" fmla="val f6"/>
                  <a:gd name="f19" fmla="val f7"/>
                  <a:gd name="f20" fmla="*/ f14 f0 1"/>
                  <a:gd name="f21" fmla="+- f19 0 f17"/>
                  <a:gd name="f22" fmla="+- f18 0 f17"/>
                  <a:gd name="f23" fmla="*/ f20 1 f2"/>
                  <a:gd name="f24" fmla="*/ f22 1 14192"/>
                  <a:gd name="f25" fmla="*/ f21 1 14097"/>
                  <a:gd name="f26" fmla="*/ 14192 f22 1"/>
                  <a:gd name="f27" fmla="*/ 7049 f21 1"/>
                  <a:gd name="f28" fmla="*/ 7144 f22 1"/>
                  <a:gd name="f29" fmla="*/ 14097 f21 1"/>
                  <a:gd name="f30" fmla="*/ 0 f22 1"/>
                  <a:gd name="f31" fmla="*/ 7049 f22 1"/>
                  <a:gd name="f32" fmla="*/ 0 f21 1"/>
                  <a:gd name="f33" fmla="+- f23 0 f1"/>
                  <a:gd name="f34" fmla="*/ f26 1 14192"/>
                  <a:gd name="f35" fmla="*/ f27 1 14097"/>
                  <a:gd name="f36" fmla="*/ f28 1 14192"/>
                  <a:gd name="f37" fmla="*/ f29 1 14097"/>
                  <a:gd name="f38" fmla="*/ f30 1 14192"/>
                  <a:gd name="f39" fmla="*/ f31 1 14192"/>
                  <a:gd name="f40" fmla="*/ f32 1 14097"/>
                  <a:gd name="f41" fmla="*/ f17 1 f24"/>
                  <a:gd name="f42" fmla="*/ f18 1 f24"/>
                  <a:gd name="f43" fmla="*/ f17 1 f25"/>
                  <a:gd name="f44" fmla="*/ f19 1 f25"/>
                  <a:gd name="f45" fmla="*/ f34 1 f24"/>
                  <a:gd name="f46" fmla="*/ f35 1 f25"/>
                  <a:gd name="f47" fmla="*/ f36 1 f24"/>
                  <a:gd name="f48" fmla="*/ f37 1 f25"/>
                  <a:gd name="f49" fmla="*/ f38 1 f24"/>
                  <a:gd name="f50" fmla="*/ f39 1 f24"/>
                  <a:gd name="f51" fmla="*/ f40 1 f25"/>
                  <a:gd name="f52" fmla="*/ f41 f15 1"/>
                  <a:gd name="f53" fmla="*/ f42 f15 1"/>
                  <a:gd name="f54" fmla="*/ f44 f16 1"/>
                  <a:gd name="f55" fmla="*/ f43 f16 1"/>
                  <a:gd name="f56" fmla="*/ f45 f15 1"/>
                  <a:gd name="f57" fmla="*/ f46 f16 1"/>
                  <a:gd name="f58" fmla="*/ f47 f15 1"/>
                  <a:gd name="f59" fmla="*/ f48 f16 1"/>
                  <a:gd name="f60" fmla="*/ f49 f15 1"/>
                  <a:gd name="f61" fmla="*/ f50 f15 1"/>
                  <a:gd name="f62" fmla="*/ f51 f1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56" y="f57"/>
                  </a:cxn>
                  <a:cxn ang="f33">
                    <a:pos x="f58" y="f59"/>
                  </a:cxn>
                  <a:cxn ang="f33">
                    <a:pos x="f60" y="f57"/>
                  </a:cxn>
                  <a:cxn ang="f33">
                    <a:pos x="f61" y="f62"/>
                  </a:cxn>
                  <a:cxn ang="f33">
                    <a:pos x="f56" y="f57"/>
                  </a:cxn>
                </a:cxnLst>
                <a:rect l="f52" t="f55" r="f53" b="f54"/>
                <a:pathLst>
                  <a:path w="14192" h="14097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3" y="f5"/>
                      <a:pt x="f8" y="f5"/>
                    </a:cubicBezTo>
                    <a:cubicBezTo>
                      <a:pt x="f9" y="f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95" name="Freeform: Shape 4180">
                <a:extLst>
                  <a:ext uri="{FF2B5EF4-FFF2-40B4-BE49-F238E27FC236}">
                    <a16:creationId xmlns:a16="http://schemas.microsoft.com/office/drawing/2014/main" id="{A5959F0B-589B-D52E-8A25-2F402B96724B}"/>
                  </a:ext>
                </a:extLst>
              </p:cNvPr>
              <p:cNvSpPr/>
              <p:nvPr/>
            </p:nvSpPr>
            <p:spPr>
              <a:xfrm>
                <a:off x="9962333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96" name="Freeform: Shape 4181">
                <a:extLst>
                  <a:ext uri="{FF2B5EF4-FFF2-40B4-BE49-F238E27FC236}">
                    <a16:creationId xmlns:a16="http://schemas.microsoft.com/office/drawing/2014/main" id="{10C77349-5548-C8B6-EF22-AE054C8AE8C4}"/>
                  </a:ext>
                </a:extLst>
              </p:cNvPr>
              <p:cNvSpPr/>
              <p:nvPr/>
            </p:nvSpPr>
            <p:spPr>
              <a:xfrm>
                <a:off x="10107750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97" name="Freeform: Shape 4182">
                <a:extLst>
                  <a:ext uri="{FF2B5EF4-FFF2-40B4-BE49-F238E27FC236}">
                    <a16:creationId xmlns:a16="http://schemas.microsoft.com/office/drawing/2014/main" id="{251CCA06-7F10-D904-8B3A-24565187BDD3}"/>
                  </a:ext>
                </a:extLst>
              </p:cNvPr>
              <p:cNvSpPr/>
              <p:nvPr/>
            </p:nvSpPr>
            <p:spPr>
              <a:xfrm>
                <a:off x="10253395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98" name="Freeform: Shape 4183">
                <a:extLst>
                  <a:ext uri="{FF2B5EF4-FFF2-40B4-BE49-F238E27FC236}">
                    <a16:creationId xmlns:a16="http://schemas.microsoft.com/office/drawing/2014/main" id="{689C8BAC-C2CF-96F5-2D4E-BE744E8401F4}"/>
                  </a:ext>
                </a:extLst>
              </p:cNvPr>
              <p:cNvSpPr/>
              <p:nvPr/>
            </p:nvSpPr>
            <p:spPr>
              <a:xfrm>
                <a:off x="10398812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199" name="Freeform: Shape 4184">
                <a:extLst>
                  <a:ext uri="{FF2B5EF4-FFF2-40B4-BE49-F238E27FC236}">
                    <a16:creationId xmlns:a16="http://schemas.microsoft.com/office/drawing/2014/main" id="{0310BC84-459A-7E5C-9898-7FC0577D2F35}"/>
                  </a:ext>
                </a:extLst>
              </p:cNvPr>
              <p:cNvSpPr/>
              <p:nvPr/>
            </p:nvSpPr>
            <p:spPr>
              <a:xfrm>
                <a:off x="10544467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0" name="Freeform: Shape 4185">
                <a:extLst>
                  <a:ext uri="{FF2B5EF4-FFF2-40B4-BE49-F238E27FC236}">
                    <a16:creationId xmlns:a16="http://schemas.microsoft.com/office/drawing/2014/main" id="{E12A2A96-BC22-6A4E-87B4-64A92DF6CB2D}"/>
                  </a:ext>
                </a:extLst>
              </p:cNvPr>
              <p:cNvSpPr/>
              <p:nvPr/>
            </p:nvSpPr>
            <p:spPr>
              <a:xfrm>
                <a:off x="10689884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1" name="Freeform: Shape 4186">
                <a:extLst>
                  <a:ext uri="{FF2B5EF4-FFF2-40B4-BE49-F238E27FC236}">
                    <a16:creationId xmlns:a16="http://schemas.microsoft.com/office/drawing/2014/main" id="{5870E69D-D839-89D1-9052-D4063B08D19D}"/>
                  </a:ext>
                </a:extLst>
              </p:cNvPr>
              <p:cNvSpPr/>
              <p:nvPr/>
            </p:nvSpPr>
            <p:spPr>
              <a:xfrm>
                <a:off x="9816678" y="4720928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7"/>
                  <a:gd name="f8" fmla="val 7049"/>
                  <a:gd name="f9" fmla="val 10954"/>
                  <a:gd name="f10" fmla="val 11049"/>
                  <a:gd name="f11" fmla="val 7144"/>
                  <a:gd name="f12" fmla="val 3239"/>
                  <a:gd name="f13" fmla="val 3143"/>
                  <a:gd name="f14" fmla="+- 0 0 -90"/>
                  <a:gd name="f15" fmla="*/ f3 1 14192"/>
                  <a:gd name="f16" fmla="*/ f4 1 14097"/>
                  <a:gd name="f17" fmla="val f5"/>
                  <a:gd name="f18" fmla="val f6"/>
                  <a:gd name="f19" fmla="val f7"/>
                  <a:gd name="f20" fmla="*/ f14 f0 1"/>
                  <a:gd name="f21" fmla="+- f19 0 f17"/>
                  <a:gd name="f22" fmla="+- f18 0 f17"/>
                  <a:gd name="f23" fmla="*/ f20 1 f2"/>
                  <a:gd name="f24" fmla="*/ f22 1 14192"/>
                  <a:gd name="f25" fmla="*/ f21 1 14097"/>
                  <a:gd name="f26" fmla="*/ 14192 f22 1"/>
                  <a:gd name="f27" fmla="*/ 7049 f21 1"/>
                  <a:gd name="f28" fmla="*/ 7144 f22 1"/>
                  <a:gd name="f29" fmla="*/ 14097 f21 1"/>
                  <a:gd name="f30" fmla="*/ 0 f22 1"/>
                  <a:gd name="f31" fmla="*/ 7049 f22 1"/>
                  <a:gd name="f32" fmla="*/ 0 f21 1"/>
                  <a:gd name="f33" fmla="+- f23 0 f1"/>
                  <a:gd name="f34" fmla="*/ f26 1 14192"/>
                  <a:gd name="f35" fmla="*/ f27 1 14097"/>
                  <a:gd name="f36" fmla="*/ f28 1 14192"/>
                  <a:gd name="f37" fmla="*/ f29 1 14097"/>
                  <a:gd name="f38" fmla="*/ f30 1 14192"/>
                  <a:gd name="f39" fmla="*/ f31 1 14192"/>
                  <a:gd name="f40" fmla="*/ f32 1 14097"/>
                  <a:gd name="f41" fmla="*/ f17 1 f24"/>
                  <a:gd name="f42" fmla="*/ f18 1 f24"/>
                  <a:gd name="f43" fmla="*/ f17 1 f25"/>
                  <a:gd name="f44" fmla="*/ f19 1 f25"/>
                  <a:gd name="f45" fmla="*/ f34 1 f24"/>
                  <a:gd name="f46" fmla="*/ f35 1 f25"/>
                  <a:gd name="f47" fmla="*/ f36 1 f24"/>
                  <a:gd name="f48" fmla="*/ f37 1 f25"/>
                  <a:gd name="f49" fmla="*/ f38 1 f24"/>
                  <a:gd name="f50" fmla="*/ f39 1 f24"/>
                  <a:gd name="f51" fmla="*/ f40 1 f25"/>
                  <a:gd name="f52" fmla="*/ f41 f15 1"/>
                  <a:gd name="f53" fmla="*/ f42 f15 1"/>
                  <a:gd name="f54" fmla="*/ f44 f16 1"/>
                  <a:gd name="f55" fmla="*/ f43 f16 1"/>
                  <a:gd name="f56" fmla="*/ f45 f15 1"/>
                  <a:gd name="f57" fmla="*/ f46 f16 1"/>
                  <a:gd name="f58" fmla="*/ f47 f15 1"/>
                  <a:gd name="f59" fmla="*/ f48 f16 1"/>
                  <a:gd name="f60" fmla="*/ f49 f15 1"/>
                  <a:gd name="f61" fmla="*/ f50 f15 1"/>
                  <a:gd name="f62" fmla="*/ f51 f1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56" y="f57"/>
                  </a:cxn>
                  <a:cxn ang="f33">
                    <a:pos x="f58" y="f59"/>
                  </a:cxn>
                  <a:cxn ang="f33">
                    <a:pos x="f60" y="f57"/>
                  </a:cxn>
                  <a:cxn ang="f33">
                    <a:pos x="f61" y="f62"/>
                  </a:cxn>
                  <a:cxn ang="f33">
                    <a:pos x="f56" y="f57"/>
                  </a:cxn>
                </a:cxnLst>
                <a:rect l="f52" t="f55" r="f53" b="f54"/>
                <a:pathLst>
                  <a:path w="14192" h="14097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3" y="f5"/>
                      <a:pt x="f8" y="f5"/>
                    </a:cubicBezTo>
                    <a:cubicBezTo>
                      <a:pt x="f9" y="f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2" name="Freeform: Shape 4187">
                <a:extLst>
                  <a:ext uri="{FF2B5EF4-FFF2-40B4-BE49-F238E27FC236}">
                    <a16:creationId xmlns:a16="http://schemas.microsoft.com/office/drawing/2014/main" id="{5B14EEEB-3AD2-C835-4B7C-CE1878CA84F5}"/>
                  </a:ext>
                </a:extLst>
              </p:cNvPr>
              <p:cNvSpPr/>
              <p:nvPr/>
            </p:nvSpPr>
            <p:spPr>
              <a:xfrm>
                <a:off x="9962333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3" name="Freeform: Shape 4188">
                <a:extLst>
                  <a:ext uri="{FF2B5EF4-FFF2-40B4-BE49-F238E27FC236}">
                    <a16:creationId xmlns:a16="http://schemas.microsoft.com/office/drawing/2014/main" id="{56AC96EE-413D-3FE2-B914-57475679DAEE}"/>
                  </a:ext>
                </a:extLst>
              </p:cNvPr>
              <p:cNvSpPr/>
              <p:nvPr/>
            </p:nvSpPr>
            <p:spPr>
              <a:xfrm>
                <a:off x="10107750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4" name="Freeform: Shape 4189">
                <a:extLst>
                  <a:ext uri="{FF2B5EF4-FFF2-40B4-BE49-F238E27FC236}">
                    <a16:creationId xmlns:a16="http://schemas.microsoft.com/office/drawing/2014/main" id="{02C1EA3B-681B-AB17-9567-A46070039452}"/>
                  </a:ext>
                </a:extLst>
              </p:cNvPr>
              <p:cNvSpPr/>
              <p:nvPr/>
            </p:nvSpPr>
            <p:spPr>
              <a:xfrm>
                <a:off x="10253395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5" name="Freeform: Shape 4190">
                <a:extLst>
                  <a:ext uri="{FF2B5EF4-FFF2-40B4-BE49-F238E27FC236}">
                    <a16:creationId xmlns:a16="http://schemas.microsoft.com/office/drawing/2014/main" id="{F24E5DE2-C5EE-D5F9-B335-0342CFC9250D}"/>
                  </a:ext>
                </a:extLst>
              </p:cNvPr>
              <p:cNvSpPr/>
              <p:nvPr/>
            </p:nvSpPr>
            <p:spPr>
              <a:xfrm>
                <a:off x="10398812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6" name="Freeform: Shape 4191">
                <a:extLst>
                  <a:ext uri="{FF2B5EF4-FFF2-40B4-BE49-F238E27FC236}">
                    <a16:creationId xmlns:a16="http://schemas.microsoft.com/office/drawing/2014/main" id="{57ECA082-1844-642D-9F0A-A168418035EC}"/>
                  </a:ext>
                </a:extLst>
              </p:cNvPr>
              <p:cNvSpPr/>
              <p:nvPr/>
            </p:nvSpPr>
            <p:spPr>
              <a:xfrm>
                <a:off x="10544467" y="472092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54"/>
                  <a:gd name="f9" fmla="val 7048"/>
                  <a:gd name="f10" fmla="val 3143"/>
                  <a:gd name="f11" fmla="+- 0 0 -90"/>
                  <a:gd name="f12" fmla="*/ f3 1 14097"/>
                  <a:gd name="f13" fmla="*/ f4 1 14097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7"/>
                  <a:gd name="f20" fmla="*/ 14097 f17 1"/>
                  <a:gd name="f21" fmla="*/ 7049 f17 1"/>
                  <a:gd name="f22" fmla="*/ 7048 f17 1"/>
                  <a:gd name="f23" fmla="*/ 0 f17 1"/>
                  <a:gd name="f24" fmla="+- f18 0 f1"/>
                  <a:gd name="f25" fmla="*/ f20 1 14097"/>
                  <a:gd name="f26" fmla="*/ f21 1 14097"/>
                  <a:gd name="f27" fmla="*/ f22 1 14097"/>
                  <a:gd name="f28" fmla="*/ f23 1 14097"/>
                  <a:gd name="f29" fmla="*/ f14 1 f19"/>
                  <a:gd name="f30" fmla="*/ f15 1 f19"/>
                  <a:gd name="f31" fmla="*/ f25 1 f19"/>
                  <a:gd name="f32" fmla="*/ f26 1 f19"/>
                  <a:gd name="f33" fmla="*/ f27 1 f19"/>
                  <a:gd name="f34" fmla="*/ f28 1 f19"/>
                  <a:gd name="f35" fmla="*/ f29 f12 1"/>
                  <a:gd name="f36" fmla="*/ f30 f12 1"/>
                  <a:gd name="f37" fmla="*/ f30 f13 1"/>
                  <a:gd name="f38" fmla="*/ f29 f13 1"/>
                  <a:gd name="f39" fmla="*/ f31 f12 1"/>
                  <a:gd name="f40" fmla="*/ f32 f13 1"/>
                  <a:gd name="f41" fmla="*/ f33 f12 1"/>
                  <a:gd name="f42" fmla="*/ f31 f13 1"/>
                  <a:gd name="f43" fmla="*/ f34 f12 1"/>
                  <a:gd name="f44" fmla="*/ f34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9" y="f40"/>
                  </a:cxn>
                  <a:cxn ang="f24">
                    <a:pos x="f41" y="f42"/>
                  </a:cxn>
                  <a:cxn ang="f24">
                    <a:pos x="f43" y="f40"/>
                  </a:cxn>
                  <a:cxn ang="f24">
                    <a:pos x="f41" y="f44"/>
                  </a:cxn>
                  <a:cxn ang="f24">
                    <a:pos x="f39" y="f40"/>
                  </a:cxn>
                </a:cxnLst>
                <a:rect l="f35" t="f38" r="f36" b="f37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9" y="f6"/>
                    </a:cubicBezTo>
                    <a:cubicBezTo>
                      <a:pt x="f10" y="f6"/>
                      <a:pt x="f5" y="f8"/>
                      <a:pt x="f5" y="f7"/>
                    </a:cubicBezTo>
                    <a:cubicBezTo>
                      <a:pt x="f5" y="f10"/>
                      <a:pt x="f10" y="f5"/>
                      <a:pt x="f9" y="f5"/>
                    </a:cubicBezTo>
                    <a:cubicBezTo>
                      <a:pt x="f8" y="f5"/>
                      <a:pt x="f6" y="f10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7" name="Freeform: Shape 4192">
                <a:extLst>
                  <a:ext uri="{FF2B5EF4-FFF2-40B4-BE49-F238E27FC236}">
                    <a16:creationId xmlns:a16="http://schemas.microsoft.com/office/drawing/2014/main" id="{546C5328-B5EF-8E1B-B0FB-0C98AE7FD2CE}"/>
                  </a:ext>
                </a:extLst>
              </p:cNvPr>
              <p:cNvSpPr/>
              <p:nvPr/>
            </p:nvSpPr>
            <p:spPr>
              <a:xfrm>
                <a:off x="10689884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8" name="Freeform: Shape 4193">
                <a:extLst>
                  <a:ext uri="{FF2B5EF4-FFF2-40B4-BE49-F238E27FC236}">
                    <a16:creationId xmlns:a16="http://schemas.microsoft.com/office/drawing/2014/main" id="{9CE67C96-BF4F-559E-D4FF-8F174CD64E8B}"/>
                  </a:ext>
                </a:extLst>
              </p:cNvPr>
              <p:cNvSpPr/>
              <p:nvPr/>
            </p:nvSpPr>
            <p:spPr>
              <a:xfrm>
                <a:off x="9816678" y="4866354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09" name="Freeform: Shape 4194">
                <a:extLst>
                  <a:ext uri="{FF2B5EF4-FFF2-40B4-BE49-F238E27FC236}">
                    <a16:creationId xmlns:a16="http://schemas.microsoft.com/office/drawing/2014/main" id="{54C62F81-0D3A-8E8E-A05F-A4AC0DE07869}"/>
                  </a:ext>
                </a:extLst>
              </p:cNvPr>
              <p:cNvSpPr/>
              <p:nvPr/>
            </p:nvSpPr>
            <p:spPr>
              <a:xfrm>
                <a:off x="9962333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0" name="Freeform: Shape 4195">
                <a:extLst>
                  <a:ext uri="{FF2B5EF4-FFF2-40B4-BE49-F238E27FC236}">
                    <a16:creationId xmlns:a16="http://schemas.microsoft.com/office/drawing/2014/main" id="{889A4DF2-FD1D-75AF-35A7-EA4D3CA097D1}"/>
                  </a:ext>
                </a:extLst>
              </p:cNvPr>
              <p:cNvSpPr/>
              <p:nvPr/>
            </p:nvSpPr>
            <p:spPr>
              <a:xfrm>
                <a:off x="10107750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1" name="Freeform: Shape 4196">
                <a:extLst>
                  <a:ext uri="{FF2B5EF4-FFF2-40B4-BE49-F238E27FC236}">
                    <a16:creationId xmlns:a16="http://schemas.microsoft.com/office/drawing/2014/main" id="{F55ACF4B-0F6C-5887-AF2B-067588635465}"/>
                  </a:ext>
                </a:extLst>
              </p:cNvPr>
              <p:cNvSpPr/>
              <p:nvPr/>
            </p:nvSpPr>
            <p:spPr>
              <a:xfrm>
                <a:off x="10253395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2" name="Freeform: Shape 4197">
                <a:extLst>
                  <a:ext uri="{FF2B5EF4-FFF2-40B4-BE49-F238E27FC236}">
                    <a16:creationId xmlns:a16="http://schemas.microsoft.com/office/drawing/2014/main" id="{5D1B16FA-5A79-7C68-C3C3-2844B29E35DC}"/>
                  </a:ext>
                </a:extLst>
              </p:cNvPr>
              <p:cNvSpPr/>
              <p:nvPr/>
            </p:nvSpPr>
            <p:spPr>
              <a:xfrm>
                <a:off x="10398812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3" name="Freeform: Shape 4198">
                <a:extLst>
                  <a:ext uri="{FF2B5EF4-FFF2-40B4-BE49-F238E27FC236}">
                    <a16:creationId xmlns:a16="http://schemas.microsoft.com/office/drawing/2014/main" id="{E33C2737-C4EF-F9DB-831F-B75529C23503}"/>
                  </a:ext>
                </a:extLst>
              </p:cNvPr>
              <p:cNvSpPr/>
              <p:nvPr/>
            </p:nvSpPr>
            <p:spPr>
              <a:xfrm>
                <a:off x="10544467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4" name="Freeform: Shape 4199">
                <a:extLst>
                  <a:ext uri="{FF2B5EF4-FFF2-40B4-BE49-F238E27FC236}">
                    <a16:creationId xmlns:a16="http://schemas.microsoft.com/office/drawing/2014/main" id="{AAC69B86-6803-5FB9-5A34-7668160F38EA}"/>
                  </a:ext>
                </a:extLst>
              </p:cNvPr>
              <p:cNvSpPr/>
              <p:nvPr/>
            </p:nvSpPr>
            <p:spPr>
              <a:xfrm>
                <a:off x="10689884" y="486635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5" name="Freeform: Shape 4200">
                <a:extLst>
                  <a:ext uri="{FF2B5EF4-FFF2-40B4-BE49-F238E27FC236}">
                    <a16:creationId xmlns:a16="http://schemas.microsoft.com/office/drawing/2014/main" id="{5CD0ECE8-515B-050F-4408-CB564043C621}"/>
                  </a:ext>
                </a:extLst>
              </p:cNvPr>
              <p:cNvSpPr/>
              <p:nvPr/>
            </p:nvSpPr>
            <p:spPr>
              <a:xfrm>
                <a:off x="9816678" y="5012000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6" name="Freeform: Shape 4201">
                <a:extLst>
                  <a:ext uri="{FF2B5EF4-FFF2-40B4-BE49-F238E27FC236}">
                    <a16:creationId xmlns:a16="http://schemas.microsoft.com/office/drawing/2014/main" id="{B6F92CEB-6DD7-4EA5-C698-0A851AE85F5B}"/>
                  </a:ext>
                </a:extLst>
              </p:cNvPr>
              <p:cNvSpPr/>
              <p:nvPr/>
            </p:nvSpPr>
            <p:spPr>
              <a:xfrm>
                <a:off x="9962333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7" name="Freeform: Shape 4202">
                <a:extLst>
                  <a:ext uri="{FF2B5EF4-FFF2-40B4-BE49-F238E27FC236}">
                    <a16:creationId xmlns:a16="http://schemas.microsoft.com/office/drawing/2014/main" id="{744FD7A7-8C41-717E-3150-EAE64069C546}"/>
                  </a:ext>
                </a:extLst>
              </p:cNvPr>
              <p:cNvSpPr/>
              <p:nvPr/>
            </p:nvSpPr>
            <p:spPr>
              <a:xfrm>
                <a:off x="10107750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8" name="Freeform: Shape 4203">
                <a:extLst>
                  <a:ext uri="{FF2B5EF4-FFF2-40B4-BE49-F238E27FC236}">
                    <a16:creationId xmlns:a16="http://schemas.microsoft.com/office/drawing/2014/main" id="{EB779FC7-0588-7B64-2AC7-7EF98094EE7C}"/>
                  </a:ext>
                </a:extLst>
              </p:cNvPr>
              <p:cNvSpPr/>
              <p:nvPr/>
            </p:nvSpPr>
            <p:spPr>
              <a:xfrm>
                <a:off x="10253395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19" name="Freeform: Shape 4204">
                <a:extLst>
                  <a:ext uri="{FF2B5EF4-FFF2-40B4-BE49-F238E27FC236}">
                    <a16:creationId xmlns:a16="http://schemas.microsoft.com/office/drawing/2014/main" id="{9BC76111-278B-7E9A-52D1-DEF925D07403}"/>
                  </a:ext>
                </a:extLst>
              </p:cNvPr>
              <p:cNvSpPr/>
              <p:nvPr/>
            </p:nvSpPr>
            <p:spPr>
              <a:xfrm>
                <a:off x="10398812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0" name="Freeform: Shape 4205">
                <a:extLst>
                  <a:ext uri="{FF2B5EF4-FFF2-40B4-BE49-F238E27FC236}">
                    <a16:creationId xmlns:a16="http://schemas.microsoft.com/office/drawing/2014/main" id="{61606BBD-8C27-272A-4561-48819393442B}"/>
                  </a:ext>
                </a:extLst>
              </p:cNvPr>
              <p:cNvSpPr/>
              <p:nvPr/>
            </p:nvSpPr>
            <p:spPr>
              <a:xfrm>
                <a:off x="10544467" y="501200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1" name="Freeform: Shape 4206">
                <a:extLst>
                  <a:ext uri="{FF2B5EF4-FFF2-40B4-BE49-F238E27FC236}">
                    <a16:creationId xmlns:a16="http://schemas.microsoft.com/office/drawing/2014/main" id="{E00405D9-A2E3-3E72-B09B-702BB7A14852}"/>
                  </a:ext>
                </a:extLst>
              </p:cNvPr>
              <p:cNvSpPr/>
              <p:nvPr/>
            </p:nvSpPr>
            <p:spPr>
              <a:xfrm>
                <a:off x="10689884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2" name="Freeform: Shape 4207">
                <a:extLst>
                  <a:ext uri="{FF2B5EF4-FFF2-40B4-BE49-F238E27FC236}">
                    <a16:creationId xmlns:a16="http://schemas.microsoft.com/office/drawing/2014/main" id="{8D6DA826-7CBD-3901-9262-1C211ACB0309}"/>
                  </a:ext>
                </a:extLst>
              </p:cNvPr>
              <p:cNvSpPr/>
              <p:nvPr/>
            </p:nvSpPr>
            <p:spPr>
              <a:xfrm>
                <a:off x="9816678" y="5157426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3" name="Freeform: Shape 4208">
                <a:extLst>
                  <a:ext uri="{FF2B5EF4-FFF2-40B4-BE49-F238E27FC236}">
                    <a16:creationId xmlns:a16="http://schemas.microsoft.com/office/drawing/2014/main" id="{C6F5BE1F-D30D-44C6-DD2C-5E5C6D01BF5A}"/>
                  </a:ext>
                </a:extLst>
              </p:cNvPr>
              <p:cNvSpPr/>
              <p:nvPr/>
            </p:nvSpPr>
            <p:spPr>
              <a:xfrm>
                <a:off x="9962333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4" name="Freeform: Shape 4209">
                <a:extLst>
                  <a:ext uri="{FF2B5EF4-FFF2-40B4-BE49-F238E27FC236}">
                    <a16:creationId xmlns:a16="http://schemas.microsoft.com/office/drawing/2014/main" id="{69F072E3-5FE6-8B1F-82B1-B244757CC55D}"/>
                  </a:ext>
                </a:extLst>
              </p:cNvPr>
              <p:cNvSpPr/>
              <p:nvPr/>
            </p:nvSpPr>
            <p:spPr>
              <a:xfrm>
                <a:off x="10107750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5" name="Freeform: Shape 4210">
                <a:extLst>
                  <a:ext uri="{FF2B5EF4-FFF2-40B4-BE49-F238E27FC236}">
                    <a16:creationId xmlns:a16="http://schemas.microsoft.com/office/drawing/2014/main" id="{A41C32E8-1BEB-7C97-FE39-7AA69BCB8DBA}"/>
                  </a:ext>
                </a:extLst>
              </p:cNvPr>
              <p:cNvSpPr/>
              <p:nvPr/>
            </p:nvSpPr>
            <p:spPr>
              <a:xfrm>
                <a:off x="10253395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6" name="Freeform: Shape 4211">
                <a:extLst>
                  <a:ext uri="{FF2B5EF4-FFF2-40B4-BE49-F238E27FC236}">
                    <a16:creationId xmlns:a16="http://schemas.microsoft.com/office/drawing/2014/main" id="{54F4E64F-F920-3E67-1C40-EEAFDD8DE72F}"/>
                  </a:ext>
                </a:extLst>
              </p:cNvPr>
              <p:cNvSpPr/>
              <p:nvPr/>
            </p:nvSpPr>
            <p:spPr>
              <a:xfrm>
                <a:off x="10398812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7" name="Freeform: Shape 4212">
                <a:extLst>
                  <a:ext uri="{FF2B5EF4-FFF2-40B4-BE49-F238E27FC236}">
                    <a16:creationId xmlns:a16="http://schemas.microsoft.com/office/drawing/2014/main" id="{A5786C53-AB4B-38DB-124C-7D5652A7216C}"/>
                  </a:ext>
                </a:extLst>
              </p:cNvPr>
              <p:cNvSpPr/>
              <p:nvPr/>
            </p:nvSpPr>
            <p:spPr>
              <a:xfrm>
                <a:off x="10544467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8" name="Freeform: Shape 4213">
                <a:extLst>
                  <a:ext uri="{FF2B5EF4-FFF2-40B4-BE49-F238E27FC236}">
                    <a16:creationId xmlns:a16="http://schemas.microsoft.com/office/drawing/2014/main" id="{C29C7A51-BAD1-835C-F1C6-5CE10F899C16}"/>
                  </a:ext>
                </a:extLst>
              </p:cNvPr>
              <p:cNvSpPr/>
              <p:nvPr/>
            </p:nvSpPr>
            <p:spPr>
              <a:xfrm>
                <a:off x="10689884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29" name="Freeform: Shape 4214">
                <a:extLst>
                  <a:ext uri="{FF2B5EF4-FFF2-40B4-BE49-F238E27FC236}">
                    <a16:creationId xmlns:a16="http://schemas.microsoft.com/office/drawing/2014/main" id="{5F8DF790-A338-B479-E381-8EDE7AB334A7}"/>
                  </a:ext>
                </a:extLst>
              </p:cNvPr>
              <p:cNvSpPr/>
              <p:nvPr/>
            </p:nvSpPr>
            <p:spPr>
              <a:xfrm>
                <a:off x="9816678" y="5303071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7"/>
                  <a:gd name="f8" fmla="val 7048"/>
                  <a:gd name="f9" fmla="val 10954"/>
                  <a:gd name="f10" fmla="val 11049"/>
                  <a:gd name="f11" fmla="val 7144"/>
                  <a:gd name="f12" fmla="val 3239"/>
                  <a:gd name="f13" fmla="val 3143"/>
                  <a:gd name="f14" fmla="val 7049"/>
                  <a:gd name="f15" fmla="+- 0 0 -90"/>
                  <a:gd name="f16" fmla="*/ f3 1 14192"/>
                  <a:gd name="f17" fmla="*/ f4 1 14097"/>
                  <a:gd name="f18" fmla="val f5"/>
                  <a:gd name="f19" fmla="val f6"/>
                  <a:gd name="f20" fmla="val f7"/>
                  <a:gd name="f21" fmla="*/ f15 f0 1"/>
                  <a:gd name="f22" fmla="+- f20 0 f18"/>
                  <a:gd name="f23" fmla="+- f19 0 f18"/>
                  <a:gd name="f24" fmla="*/ f21 1 f2"/>
                  <a:gd name="f25" fmla="*/ f23 1 14192"/>
                  <a:gd name="f26" fmla="*/ f22 1 14097"/>
                  <a:gd name="f27" fmla="*/ 14192 f23 1"/>
                  <a:gd name="f28" fmla="*/ 7048 f22 1"/>
                  <a:gd name="f29" fmla="*/ 7144 f23 1"/>
                  <a:gd name="f30" fmla="*/ 14097 f22 1"/>
                  <a:gd name="f31" fmla="*/ 0 f23 1"/>
                  <a:gd name="f32" fmla="*/ 7049 f23 1"/>
                  <a:gd name="f33" fmla="*/ 0 f22 1"/>
                  <a:gd name="f34" fmla="+- f24 0 f1"/>
                  <a:gd name="f35" fmla="*/ f27 1 14192"/>
                  <a:gd name="f36" fmla="*/ f28 1 14097"/>
                  <a:gd name="f37" fmla="*/ f29 1 14192"/>
                  <a:gd name="f38" fmla="*/ f30 1 14097"/>
                  <a:gd name="f39" fmla="*/ f31 1 14192"/>
                  <a:gd name="f40" fmla="*/ f32 1 14192"/>
                  <a:gd name="f41" fmla="*/ f33 1 14097"/>
                  <a:gd name="f42" fmla="*/ f18 1 f25"/>
                  <a:gd name="f43" fmla="*/ f19 1 f25"/>
                  <a:gd name="f44" fmla="*/ f18 1 f26"/>
                  <a:gd name="f45" fmla="*/ f20 1 f26"/>
                  <a:gd name="f46" fmla="*/ f35 1 f25"/>
                  <a:gd name="f47" fmla="*/ f36 1 f26"/>
                  <a:gd name="f48" fmla="*/ f37 1 f25"/>
                  <a:gd name="f49" fmla="*/ f38 1 f26"/>
                  <a:gd name="f50" fmla="*/ f39 1 f25"/>
                  <a:gd name="f51" fmla="*/ f40 1 f25"/>
                  <a:gd name="f52" fmla="*/ f41 1 f26"/>
                  <a:gd name="f53" fmla="*/ f42 f16 1"/>
                  <a:gd name="f54" fmla="*/ f43 f16 1"/>
                  <a:gd name="f55" fmla="*/ f45 f17 1"/>
                  <a:gd name="f56" fmla="*/ f44 f17 1"/>
                  <a:gd name="f57" fmla="*/ f46 f16 1"/>
                  <a:gd name="f58" fmla="*/ f47 f17 1"/>
                  <a:gd name="f59" fmla="*/ f48 f16 1"/>
                  <a:gd name="f60" fmla="*/ f49 f17 1"/>
                  <a:gd name="f61" fmla="*/ f50 f16 1"/>
                  <a:gd name="f62" fmla="*/ f51 f16 1"/>
                  <a:gd name="f63" fmla="*/ f52 f1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7" y="f58"/>
                  </a:cxn>
                  <a:cxn ang="f34">
                    <a:pos x="f59" y="f60"/>
                  </a:cxn>
                  <a:cxn ang="f34">
                    <a:pos x="f61" y="f58"/>
                  </a:cxn>
                  <a:cxn ang="f34">
                    <a:pos x="f62" y="f63"/>
                  </a:cxn>
                  <a:cxn ang="f34">
                    <a:pos x="f57" y="f58"/>
                  </a:cxn>
                </a:cxnLst>
                <a:rect l="f53" t="f56" r="f54" b="f55"/>
                <a:pathLst>
                  <a:path w="14192" h="14097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3" y="f5"/>
                      <a:pt x="f14" y="f5"/>
                    </a:cubicBezTo>
                    <a:cubicBezTo>
                      <a:pt x="f9" y="f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0" name="Freeform: Shape 4215">
                <a:extLst>
                  <a:ext uri="{FF2B5EF4-FFF2-40B4-BE49-F238E27FC236}">
                    <a16:creationId xmlns:a16="http://schemas.microsoft.com/office/drawing/2014/main" id="{C78F7D29-6BAD-64EE-2C2C-F80AE3BE9A13}"/>
                  </a:ext>
                </a:extLst>
              </p:cNvPr>
              <p:cNvSpPr/>
              <p:nvPr/>
            </p:nvSpPr>
            <p:spPr>
              <a:xfrm>
                <a:off x="9962333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1" name="Freeform: Shape 4216">
                <a:extLst>
                  <a:ext uri="{FF2B5EF4-FFF2-40B4-BE49-F238E27FC236}">
                    <a16:creationId xmlns:a16="http://schemas.microsoft.com/office/drawing/2014/main" id="{A39BC83F-6E0E-BE9E-27E9-6B45F92351E8}"/>
                  </a:ext>
                </a:extLst>
              </p:cNvPr>
              <p:cNvSpPr/>
              <p:nvPr/>
            </p:nvSpPr>
            <p:spPr>
              <a:xfrm>
                <a:off x="10107750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2" name="Freeform: Shape 4217">
                <a:extLst>
                  <a:ext uri="{FF2B5EF4-FFF2-40B4-BE49-F238E27FC236}">
                    <a16:creationId xmlns:a16="http://schemas.microsoft.com/office/drawing/2014/main" id="{EC6973EB-5AC0-D309-B2FA-81AA0669CC57}"/>
                  </a:ext>
                </a:extLst>
              </p:cNvPr>
              <p:cNvSpPr/>
              <p:nvPr/>
            </p:nvSpPr>
            <p:spPr>
              <a:xfrm>
                <a:off x="10253395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3" name="Freeform: Shape 4218">
                <a:extLst>
                  <a:ext uri="{FF2B5EF4-FFF2-40B4-BE49-F238E27FC236}">
                    <a16:creationId xmlns:a16="http://schemas.microsoft.com/office/drawing/2014/main" id="{D06A5230-FC45-2B39-6F4C-746DC555FD42}"/>
                  </a:ext>
                </a:extLst>
              </p:cNvPr>
              <p:cNvSpPr/>
              <p:nvPr/>
            </p:nvSpPr>
            <p:spPr>
              <a:xfrm>
                <a:off x="10398812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4" name="Freeform: Shape 4219">
                <a:extLst>
                  <a:ext uri="{FF2B5EF4-FFF2-40B4-BE49-F238E27FC236}">
                    <a16:creationId xmlns:a16="http://schemas.microsoft.com/office/drawing/2014/main" id="{DCE7320C-01F0-E910-EDE6-F953800F2CB2}"/>
                  </a:ext>
                </a:extLst>
              </p:cNvPr>
              <p:cNvSpPr/>
              <p:nvPr/>
            </p:nvSpPr>
            <p:spPr>
              <a:xfrm>
                <a:off x="10544467" y="5303071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8"/>
                  <a:gd name="f8" fmla="val 10954"/>
                  <a:gd name="f9" fmla="val 3143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8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5" name="Freeform: Shape 4220">
                <a:extLst>
                  <a:ext uri="{FF2B5EF4-FFF2-40B4-BE49-F238E27FC236}">
                    <a16:creationId xmlns:a16="http://schemas.microsoft.com/office/drawing/2014/main" id="{702F3A00-B6AC-E43F-075E-209B62CBD44A}"/>
                  </a:ext>
                </a:extLst>
              </p:cNvPr>
              <p:cNvSpPr/>
              <p:nvPr/>
            </p:nvSpPr>
            <p:spPr>
              <a:xfrm>
                <a:off x="10689884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6" name="Freeform: Shape 4221">
                <a:extLst>
                  <a:ext uri="{FF2B5EF4-FFF2-40B4-BE49-F238E27FC236}">
                    <a16:creationId xmlns:a16="http://schemas.microsoft.com/office/drawing/2014/main" id="{E365614D-651A-4823-D1BA-EB288A2ACDE2}"/>
                  </a:ext>
                </a:extLst>
              </p:cNvPr>
              <p:cNvSpPr/>
              <p:nvPr/>
            </p:nvSpPr>
            <p:spPr>
              <a:xfrm>
                <a:off x="9816678" y="5448498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7" name="Freeform: Shape 4222">
                <a:extLst>
                  <a:ext uri="{FF2B5EF4-FFF2-40B4-BE49-F238E27FC236}">
                    <a16:creationId xmlns:a16="http://schemas.microsoft.com/office/drawing/2014/main" id="{2F7FDCA3-3DD9-9A74-F4ED-C93229F58B70}"/>
                  </a:ext>
                </a:extLst>
              </p:cNvPr>
              <p:cNvSpPr/>
              <p:nvPr/>
            </p:nvSpPr>
            <p:spPr>
              <a:xfrm>
                <a:off x="9962333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8" name="Freeform: Shape 4223">
                <a:extLst>
                  <a:ext uri="{FF2B5EF4-FFF2-40B4-BE49-F238E27FC236}">
                    <a16:creationId xmlns:a16="http://schemas.microsoft.com/office/drawing/2014/main" id="{2A2E3D6C-E029-2324-F198-49090E4643A1}"/>
                  </a:ext>
                </a:extLst>
              </p:cNvPr>
              <p:cNvSpPr/>
              <p:nvPr/>
            </p:nvSpPr>
            <p:spPr>
              <a:xfrm>
                <a:off x="10107750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39" name="Freeform: Shape 4224">
                <a:extLst>
                  <a:ext uri="{FF2B5EF4-FFF2-40B4-BE49-F238E27FC236}">
                    <a16:creationId xmlns:a16="http://schemas.microsoft.com/office/drawing/2014/main" id="{38C40C68-AF90-E6BC-7005-09C70FC756E8}"/>
                  </a:ext>
                </a:extLst>
              </p:cNvPr>
              <p:cNvSpPr/>
              <p:nvPr/>
            </p:nvSpPr>
            <p:spPr>
              <a:xfrm>
                <a:off x="10253395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0" name="Freeform: Shape 4225">
                <a:extLst>
                  <a:ext uri="{FF2B5EF4-FFF2-40B4-BE49-F238E27FC236}">
                    <a16:creationId xmlns:a16="http://schemas.microsoft.com/office/drawing/2014/main" id="{907D1CAA-44C6-EB7D-EBE0-36A57C9C5556}"/>
                  </a:ext>
                </a:extLst>
              </p:cNvPr>
              <p:cNvSpPr/>
              <p:nvPr/>
            </p:nvSpPr>
            <p:spPr>
              <a:xfrm>
                <a:off x="10398812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1" name="Freeform: Shape 4226">
                <a:extLst>
                  <a:ext uri="{FF2B5EF4-FFF2-40B4-BE49-F238E27FC236}">
                    <a16:creationId xmlns:a16="http://schemas.microsoft.com/office/drawing/2014/main" id="{17DDFE3D-2742-4EC8-164C-0CA3B47533E8}"/>
                  </a:ext>
                </a:extLst>
              </p:cNvPr>
              <p:cNvSpPr/>
              <p:nvPr/>
            </p:nvSpPr>
            <p:spPr>
              <a:xfrm>
                <a:off x="10544467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2" name="Freeform: Shape 4227">
                <a:extLst>
                  <a:ext uri="{FF2B5EF4-FFF2-40B4-BE49-F238E27FC236}">
                    <a16:creationId xmlns:a16="http://schemas.microsoft.com/office/drawing/2014/main" id="{D14F803D-CA3F-AE93-1DEB-95257AF98860}"/>
                  </a:ext>
                </a:extLst>
              </p:cNvPr>
              <p:cNvSpPr/>
              <p:nvPr/>
            </p:nvSpPr>
            <p:spPr>
              <a:xfrm>
                <a:off x="10689884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3" name="Freeform: Shape 4228">
                <a:extLst>
                  <a:ext uri="{FF2B5EF4-FFF2-40B4-BE49-F238E27FC236}">
                    <a16:creationId xmlns:a16="http://schemas.microsoft.com/office/drawing/2014/main" id="{2B0CB0E2-054C-4325-9386-26499461821D}"/>
                  </a:ext>
                </a:extLst>
              </p:cNvPr>
              <p:cNvSpPr/>
              <p:nvPr/>
            </p:nvSpPr>
            <p:spPr>
              <a:xfrm>
                <a:off x="10835539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54"/>
                  <a:gd name="f9" fmla="val 3143"/>
                  <a:gd name="f10" fmla="val 3048"/>
                  <a:gd name="f11" fmla="val 6953"/>
                  <a:gd name="f12" fmla="+- 0 0 -90"/>
                  <a:gd name="f13" fmla="*/ f3 1 14097"/>
                  <a:gd name="f14" fmla="*/ f4 1 14097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7"/>
                  <a:gd name="f21" fmla="*/ 14097 f18 1"/>
                  <a:gd name="f22" fmla="*/ 7049 f18 1"/>
                  <a:gd name="f23" fmla="*/ 0 f18 1"/>
                  <a:gd name="f24" fmla="*/ 6953 f18 1"/>
                  <a:gd name="f25" fmla="+- f19 0 f1"/>
                  <a:gd name="f26" fmla="*/ f21 1 14097"/>
                  <a:gd name="f27" fmla="*/ f22 1 14097"/>
                  <a:gd name="f28" fmla="*/ f23 1 14097"/>
                  <a:gd name="f29" fmla="*/ f24 1 14097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3 f13 1"/>
                  <a:gd name="f43" fmla="*/ f32 f14 1"/>
                  <a:gd name="f44" fmla="*/ f34 f13 1"/>
                  <a:gd name="f45" fmla="*/ f35 f13 1"/>
                  <a:gd name="f46" fmla="*/ f34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5" y="f46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10" y="f5"/>
                      <a:pt x="f11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4" name="Freeform: Shape 4229">
                <a:extLst>
                  <a:ext uri="{FF2B5EF4-FFF2-40B4-BE49-F238E27FC236}">
                    <a16:creationId xmlns:a16="http://schemas.microsoft.com/office/drawing/2014/main" id="{1BD27787-C442-2324-C648-1B18AE648C63}"/>
                  </a:ext>
                </a:extLst>
              </p:cNvPr>
              <p:cNvSpPr/>
              <p:nvPr/>
            </p:nvSpPr>
            <p:spPr>
              <a:xfrm>
                <a:off x="10980956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5" name="Freeform: Shape 4230">
                <a:extLst>
                  <a:ext uri="{FF2B5EF4-FFF2-40B4-BE49-F238E27FC236}">
                    <a16:creationId xmlns:a16="http://schemas.microsoft.com/office/drawing/2014/main" id="{2E8D3586-BD69-D126-28C3-4BB23D7E65EC}"/>
                  </a:ext>
                </a:extLst>
              </p:cNvPr>
              <p:cNvSpPr/>
              <p:nvPr/>
            </p:nvSpPr>
            <p:spPr>
              <a:xfrm>
                <a:off x="11126611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3143"/>
                  <a:gd name="f11" fmla="val 3048"/>
                  <a:gd name="f12" fmla="val 6953"/>
                  <a:gd name="f13" fmla="val 10859"/>
                  <a:gd name="f14" fmla="+- 0 0 -90"/>
                  <a:gd name="f15" fmla="*/ f3 1 14096"/>
                  <a:gd name="f16" fmla="*/ f4 1 14097"/>
                  <a:gd name="f17" fmla="val f5"/>
                  <a:gd name="f18" fmla="val f6"/>
                  <a:gd name="f19" fmla="val f7"/>
                  <a:gd name="f20" fmla="*/ f14 f0 1"/>
                  <a:gd name="f21" fmla="+- f19 0 f17"/>
                  <a:gd name="f22" fmla="+- f18 0 f17"/>
                  <a:gd name="f23" fmla="*/ f20 1 f2"/>
                  <a:gd name="f24" fmla="*/ f22 1 14096"/>
                  <a:gd name="f25" fmla="*/ f21 1 14097"/>
                  <a:gd name="f26" fmla="*/ 14097 f22 1"/>
                  <a:gd name="f27" fmla="*/ 7049 f21 1"/>
                  <a:gd name="f28" fmla="*/ 7049 f22 1"/>
                  <a:gd name="f29" fmla="*/ 14097 f21 1"/>
                  <a:gd name="f30" fmla="*/ 0 f22 1"/>
                  <a:gd name="f31" fmla="*/ 6953 f22 1"/>
                  <a:gd name="f32" fmla="*/ 0 f21 1"/>
                  <a:gd name="f33" fmla="+- f23 0 f1"/>
                  <a:gd name="f34" fmla="*/ f26 1 14096"/>
                  <a:gd name="f35" fmla="*/ f27 1 14097"/>
                  <a:gd name="f36" fmla="*/ f28 1 14096"/>
                  <a:gd name="f37" fmla="*/ f29 1 14097"/>
                  <a:gd name="f38" fmla="*/ f30 1 14096"/>
                  <a:gd name="f39" fmla="*/ f31 1 14096"/>
                  <a:gd name="f40" fmla="*/ f32 1 14097"/>
                  <a:gd name="f41" fmla="*/ f17 1 f24"/>
                  <a:gd name="f42" fmla="*/ f18 1 f24"/>
                  <a:gd name="f43" fmla="*/ f17 1 f25"/>
                  <a:gd name="f44" fmla="*/ f19 1 f25"/>
                  <a:gd name="f45" fmla="*/ f34 1 f24"/>
                  <a:gd name="f46" fmla="*/ f35 1 f25"/>
                  <a:gd name="f47" fmla="*/ f36 1 f24"/>
                  <a:gd name="f48" fmla="*/ f37 1 f25"/>
                  <a:gd name="f49" fmla="*/ f38 1 f24"/>
                  <a:gd name="f50" fmla="*/ f39 1 f24"/>
                  <a:gd name="f51" fmla="*/ f40 1 f25"/>
                  <a:gd name="f52" fmla="*/ f41 f15 1"/>
                  <a:gd name="f53" fmla="*/ f42 f15 1"/>
                  <a:gd name="f54" fmla="*/ f44 f16 1"/>
                  <a:gd name="f55" fmla="*/ f43 f16 1"/>
                  <a:gd name="f56" fmla="*/ f45 f15 1"/>
                  <a:gd name="f57" fmla="*/ f46 f16 1"/>
                  <a:gd name="f58" fmla="*/ f47 f15 1"/>
                  <a:gd name="f59" fmla="*/ f48 f16 1"/>
                  <a:gd name="f60" fmla="*/ f49 f15 1"/>
                  <a:gd name="f61" fmla="*/ f50 f15 1"/>
                  <a:gd name="f62" fmla="*/ f51 f1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56" y="f57"/>
                  </a:cxn>
                  <a:cxn ang="f33">
                    <a:pos x="f58" y="f59"/>
                  </a:cxn>
                  <a:cxn ang="f33">
                    <a:pos x="f60" y="f57"/>
                  </a:cxn>
                  <a:cxn ang="f33">
                    <a:pos x="f61" y="f62"/>
                  </a:cxn>
                  <a:cxn ang="f33">
                    <a:pos x="f56" y="f57"/>
                  </a:cxn>
                </a:cxnLst>
                <a:rect l="f52" t="f55" r="f53" b="f54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1" y="f5"/>
                      <a:pt x="f12" y="f5"/>
                    </a:cubicBezTo>
                    <a:cubicBezTo>
                      <a:pt x="f13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6" name="Freeform: Shape 4231">
                <a:extLst>
                  <a:ext uri="{FF2B5EF4-FFF2-40B4-BE49-F238E27FC236}">
                    <a16:creationId xmlns:a16="http://schemas.microsoft.com/office/drawing/2014/main" id="{9026E32F-1DC4-147E-3E6A-DA1EDC1EF971}"/>
                  </a:ext>
                </a:extLst>
              </p:cNvPr>
              <p:cNvSpPr/>
              <p:nvPr/>
            </p:nvSpPr>
            <p:spPr>
              <a:xfrm>
                <a:off x="11272019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7" name="Freeform: Shape 4232">
                <a:extLst>
                  <a:ext uri="{FF2B5EF4-FFF2-40B4-BE49-F238E27FC236}">
                    <a16:creationId xmlns:a16="http://schemas.microsoft.com/office/drawing/2014/main" id="{AE6CBCB6-D253-E508-1B14-4282DA44EE2C}"/>
                  </a:ext>
                </a:extLst>
              </p:cNvPr>
              <p:cNvSpPr/>
              <p:nvPr/>
            </p:nvSpPr>
            <p:spPr>
              <a:xfrm>
                <a:off x="11417673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val 3048"/>
                  <a:gd name="f13" fmla="val 6953"/>
                  <a:gd name="f14" fmla="val 10858"/>
                  <a:gd name="f15" fmla="+- 0 0 -90"/>
                  <a:gd name="f16" fmla="*/ f3 1 14096"/>
                  <a:gd name="f17" fmla="*/ f4 1 14097"/>
                  <a:gd name="f18" fmla="val f5"/>
                  <a:gd name="f19" fmla="val f6"/>
                  <a:gd name="f20" fmla="val f7"/>
                  <a:gd name="f21" fmla="*/ f15 f0 1"/>
                  <a:gd name="f22" fmla="+- f20 0 f18"/>
                  <a:gd name="f23" fmla="+- f19 0 f18"/>
                  <a:gd name="f24" fmla="*/ f21 1 f2"/>
                  <a:gd name="f25" fmla="*/ f23 1 14096"/>
                  <a:gd name="f26" fmla="*/ f22 1 14097"/>
                  <a:gd name="f27" fmla="*/ 14097 f23 1"/>
                  <a:gd name="f28" fmla="*/ 7049 f22 1"/>
                  <a:gd name="f29" fmla="*/ 7048 f23 1"/>
                  <a:gd name="f30" fmla="*/ 14097 f22 1"/>
                  <a:gd name="f31" fmla="*/ 0 f23 1"/>
                  <a:gd name="f32" fmla="*/ 6953 f23 1"/>
                  <a:gd name="f33" fmla="*/ 0 f22 1"/>
                  <a:gd name="f34" fmla="+- f24 0 f1"/>
                  <a:gd name="f35" fmla="*/ f27 1 14096"/>
                  <a:gd name="f36" fmla="*/ f28 1 14097"/>
                  <a:gd name="f37" fmla="*/ f29 1 14096"/>
                  <a:gd name="f38" fmla="*/ f30 1 14097"/>
                  <a:gd name="f39" fmla="*/ f31 1 14096"/>
                  <a:gd name="f40" fmla="*/ f32 1 14096"/>
                  <a:gd name="f41" fmla="*/ f33 1 14097"/>
                  <a:gd name="f42" fmla="*/ f18 1 f25"/>
                  <a:gd name="f43" fmla="*/ f19 1 f25"/>
                  <a:gd name="f44" fmla="*/ f18 1 f26"/>
                  <a:gd name="f45" fmla="*/ f20 1 f26"/>
                  <a:gd name="f46" fmla="*/ f35 1 f25"/>
                  <a:gd name="f47" fmla="*/ f36 1 f26"/>
                  <a:gd name="f48" fmla="*/ f37 1 f25"/>
                  <a:gd name="f49" fmla="*/ f38 1 f26"/>
                  <a:gd name="f50" fmla="*/ f39 1 f25"/>
                  <a:gd name="f51" fmla="*/ f40 1 f25"/>
                  <a:gd name="f52" fmla="*/ f41 1 f26"/>
                  <a:gd name="f53" fmla="*/ f42 f16 1"/>
                  <a:gd name="f54" fmla="*/ f43 f16 1"/>
                  <a:gd name="f55" fmla="*/ f45 f17 1"/>
                  <a:gd name="f56" fmla="*/ f44 f17 1"/>
                  <a:gd name="f57" fmla="*/ f46 f16 1"/>
                  <a:gd name="f58" fmla="*/ f47 f17 1"/>
                  <a:gd name="f59" fmla="*/ f48 f16 1"/>
                  <a:gd name="f60" fmla="*/ f49 f17 1"/>
                  <a:gd name="f61" fmla="*/ f50 f16 1"/>
                  <a:gd name="f62" fmla="*/ f51 f16 1"/>
                  <a:gd name="f63" fmla="*/ f52 f1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7" y="f58"/>
                  </a:cxn>
                  <a:cxn ang="f34">
                    <a:pos x="f59" y="f60"/>
                  </a:cxn>
                  <a:cxn ang="f34">
                    <a:pos x="f61" y="f58"/>
                  </a:cxn>
                  <a:cxn ang="f34">
                    <a:pos x="f62" y="f63"/>
                  </a:cxn>
                  <a:cxn ang="f34">
                    <a:pos x="f57" y="f58"/>
                  </a:cxn>
                </a:cxnLst>
                <a:rect l="f53" t="f56" r="f54" b="f55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2" y="f5"/>
                      <a:pt x="f13" y="f5"/>
                    </a:cubicBezTo>
                    <a:cubicBezTo>
                      <a:pt x="f14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8" name="Freeform: Shape 4233">
                <a:extLst>
                  <a:ext uri="{FF2B5EF4-FFF2-40B4-BE49-F238E27FC236}">
                    <a16:creationId xmlns:a16="http://schemas.microsoft.com/office/drawing/2014/main" id="{77FF0386-8D06-8D82-6713-8D163D56686F}"/>
                  </a:ext>
                </a:extLst>
              </p:cNvPr>
              <p:cNvSpPr/>
              <p:nvPr/>
            </p:nvSpPr>
            <p:spPr>
              <a:xfrm>
                <a:off x="11563090" y="457528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41"/>
                  <a:gd name="f10" fmla="val 7048"/>
                  <a:gd name="f11" fmla="val 3156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49" name="Freeform: Shape 4234">
                <a:extLst>
                  <a:ext uri="{FF2B5EF4-FFF2-40B4-BE49-F238E27FC236}">
                    <a16:creationId xmlns:a16="http://schemas.microsoft.com/office/drawing/2014/main" id="{164AD822-4F87-7B05-5D32-5FA5E8C58F72}"/>
                  </a:ext>
                </a:extLst>
              </p:cNvPr>
              <p:cNvSpPr/>
              <p:nvPr/>
            </p:nvSpPr>
            <p:spPr>
              <a:xfrm>
                <a:off x="10835539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0" name="Freeform: Shape 4235">
                <a:extLst>
                  <a:ext uri="{FF2B5EF4-FFF2-40B4-BE49-F238E27FC236}">
                    <a16:creationId xmlns:a16="http://schemas.microsoft.com/office/drawing/2014/main" id="{C3395A61-E6C2-A08C-EB86-227045510459}"/>
                  </a:ext>
                </a:extLst>
              </p:cNvPr>
              <p:cNvSpPr/>
              <p:nvPr/>
            </p:nvSpPr>
            <p:spPr>
              <a:xfrm>
                <a:off x="10980956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1" name="Freeform: Shape 4236">
                <a:extLst>
                  <a:ext uri="{FF2B5EF4-FFF2-40B4-BE49-F238E27FC236}">
                    <a16:creationId xmlns:a16="http://schemas.microsoft.com/office/drawing/2014/main" id="{D7455903-EC19-A79B-16F1-9711ABC3FC33}"/>
                  </a:ext>
                </a:extLst>
              </p:cNvPr>
              <p:cNvSpPr/>
              <p:nvPr/>
            </p:nvSpPr>
            <p:spPr>
              <a:xfrm>
                <a:off x="11126611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9"/>
                  <a:gd name="f13" fmla="val 3143"/>
                  <a:gd name="f14" fmla="val 3145"/>
                  <a:gd name="f15" fmla="val 2"/>
                  <a:gd name="f16" fmla="val 10859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9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2" name="Freeform: Shape 4237">
                <a:extLst>
                  <a:ext uri="{FF2B5EF4-FFF2-40B4-BE49-F238E27FC236}">
                    <a16:creationId xmlns:a16="http://schemas.microsoft.com/office/drawing/2014/main" id="{84B118CE-3018-5B15-E737-B363EB4149AD}"/>
                  </a:ext>
                </a:extLst>
              </p:cNvPr>
              <p:cNvSpPr/>
              <p:nvPr/>
            </p:nvSpPr>
            <p:spPr>
              <a:xfrm>
                <a:off x="11272019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3" name="Freeform: Shape 4238">
                <a:extLst>
                  <a:ext uri="{FF2B5EF4-FFF2-40B4-BE49-F238E27FC236}">
                    <a16:creationId xmlns:a16="http://schemas.microsoft.com/office/drawing/2014/main" id="{4FE6BE47-C676-5B3E-5AB8-96E68E6119F7}"/>
                  </a:ext>
                </a:extLst>
              </p:cNvPr>
              <p:cNvSpPr/>
              <p:nvPr/>
            </p:nvSpPr>
            <p:spPr>
              <a:xfrm>
                <a:off x="11417673" y="4720928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10858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8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4" name="Freeform: Shape 4239">
                <a:extLst>
                  <a:ext uri="{FF2B5EF4-FFF2-40B4-BE49-F238E27FC236}">
                    <a16:creationId xmlns:a16="http://schemas.microsoft.com/office/drawing/2014/main" id="{7EF124AC-C38A-AFA0-9636-C802867611CE}"/>
                  </a:ext>
                </a:extLst>
              </p:cNvPr>
              <p:cNvSpPr/>
              <p:nvPr/>
            </p:nvSpPr>
            <p:spPr>
              <a:xfrm>
                <a:off x="11563090" y="472092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5" name="Freeform: Shape 4240">
                <a:extLst>
                  <a:ext uri="{FF2B5EF4-FFF2-40B4-BE49-F238E27FC236}">
                    <a16:creationId xmlns:a16="http://schemas.microsoft.com/office/drawing/2014/main" id="{6EAF502C-B3E7-91A8-9A35-408E26F65C52}"/>
                  </a:ext>
                </a:extLst>
              </p:cNvPr>
              <p:cNvSpPr/>
              <p:nvPr/>
            </p:nvSpPr>
            <p:spPr>
              <a:xfrm>
                <a:off x="10835539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6" name="Freeform: Shape 4241">
                <a:extLst>
                  <a:ext uri="{FF2B5EF4-FFF2-40B4-BE49-F238E27FC236}">
                    <a16:creationId xmlns:a16="http://schemas.microsoft.com/office/drawing/2014/main" id="{465B6D5F-54A0-4B00-8064-C217654D4327}"/>
                  </a:ext>
                </a:extLst>
              </p:cNvPr>
              <p:cNvSpPr/>
              <p:nvPr/>
            </p:nvSpPr>
            <p:spPr>
              <a:xfrm>
                <a:off x="10980956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7" name="Freeform: Shape 4242">
                <a:extLst>
                  <a:ext uri="{FF2B5EF4-FFF2-40B4-BE49-F238E27FC236}">
                    <a16:creationId xmlns:a16="http://schemas.microsoft.com/office/drawing/2014/main" id="{E40C3A94-EC9C-35F7-8D66-FC9D88835934}"/>
                  </a:ext>
                </a:extLst>
              </p:cNvPr>
              <p:cNvSpPr/>
              <p:nvPr/>
            </p:nvSpPr>
            <p:spPr>
              <a:xfrm>
                <a:off x="11126611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8" name="Freeform: Shape 4243">
                <a:extLst>
                  <a:ext uri="{FF2B5EF4-FFF2-40B4-BE49-F238E27FC236}">
                    <a16:creationId xmlns:a16="http://schemas.microsoft.com/office/drawing/2014/main" id="{542A5ED2-87CC-DEF6-A146-1B6572981271}"/>
                  </a:ext>
                </a:extLst>
              </p:cNvPr>
              <p:cNvSpPr/>
              <p:nvPr/>
            </p:nvSpPr>
            <p:spPr>
              <a:xfrm>
                <a:off x="11272019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59" name="Freeform: Shape 4244">
                <a:extLst>
                  <a:ext uri="{FF2B5EF4-FFF2-40B4-BE49-F238E27FC236}">
                    <a16:creationId xmlns:a16="http://schemas.microsoft.com/office/drawing/2014/main" id="{EE63AE43-5AD3-A29E-427A-7CD67AD2CFF5}"/>
                  </a:ext>
                </a:extLst>
              </p:cNvPr>
              <p:cNvSpPr/>
              <p:nvPr/>
            </p:nvSpPr>
            <p:spPr>
              <a:xfrm>
                <a:off x="11417673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0" name="Freeform: Shape 4245">
                <a:extLst>
                  <a:ext uri="{FF2B5EF4-FFF2-40B4-BE49-F238E27FC236}">
                    <a16:creationId xmlns:a16="http://schemas.microsoft.com/office/drawing/2014/main" id="{29527E81-429A-A90F-DE85-B4DC4342DDBE}"/>
                  </a:ext>
                </a:extLst>
              </p:cNvPr>
              <p:cNvSpPr/>
              <p:nvPr/>
            </p:nvSpPr>
            <p:spPr>
              <a:xfrm>
                <a:off x="11563090" y="486634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41"/>
                  <a:gd name="f10" fmla="val 7048"/>
                  <a:gd name="f11" fmla="val 3156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1" name="Freeform: Shape 4246">
                <a:extLst>
                  <a:ext uri="{FF2B5EF4-FFF2-40B4-BE49-F238E27FC236}">
                    <a16:creationId xmlns:a16="http://schemas.microsoft.com/office/drawing/2014/main" id="{3FA16FAA-0294-A07B-61B8-42099DB04303}"/>
                  </a:ext>
                </a:extLst>
              </p:cNvPr>
              <p:cNvSpPr/>
              <p:nvPr/>
            </p:nvSpPr>
            <p:spPr>
              <a:xfrm>
                <a:off x="10835539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2" name="Freeform: Shape 4247">
                <a:extLst>
                  <a:ext uri="{FF2B5EF4-FFF2-40B4-BE49-F238E27FC236}">
                    <a16:creationId xmlns:a16="http://schemas.microsoft.com/office/drawing/2014/main" id="{C9854316-03E8-8174-A618-889B3F5E4CB3}"/>
                  </a:ext>
                </a:extLst>
              </p:cNvPr>
              <p:cNvSpPr/>
              <p:nvPr/>
            </p:nvSpPr>
            <p:spPr>
              <a:xfrm>
                <a:off x="10980956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3" name="Freeform: Shape 4248">
                <a:extLst>
                  <a:ext uri="{FF2B5EF4-FFF2-40B4-BE49-F238E27FC236}">
                    <a16:creationId xmlns:a16="http://schemas.microsoft.com/office/drawing/2014/main" id="{185A34CB-B685-C05F-AE80-304A26ADEC97}"/>
                  </a:ext>
                </a:extLst>
              </p:cNvPr>
              <p:cNvSpPr/>
              <p:nvPr/>
            </p:nvSpPr>
            <p:spPr>
              <a:xfrm>
                <a:off x="11126611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9"/>
                  <a:gd name="f13" fmla="val 3143"/>
                  <a:gd name="f14" fmla="val 3145"/>
                  <a:gd name="f15" fmla="val 2"/>
                  <a:gd name="f16" fmla="val 10859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9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4" name="Freeform: Shape 4249">
                <a:extLst>
                  <a:ext uri="{FF2B5EF4-FFF2-40B4-BE49-F238E27FC236}">
                    <a16:creationId xmlns:a16="http://schemas.microsoft.com/office/drawing/2014/main" id="{9E18F1DD-BD6C-13B1-3F0A-338529914017}"/>
                  </a:ext>
                </a:extLst>
              </p:cNvPr>
              <p:cNvSpPr/>
              <p:nvPr/>
            </p:nvSpPr>
            <p:spPr>
              <a:xfrm>
                <a:off x="11272019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5" name="Freeform: Shape 4250">
                <a:extLst>
                  <a:ext uri="{FF2B5EF4-FFF2-40B4-BE49-F238E27FC236}">
                    <a16:creationId xmlns:a16="http://schemas.microsoft.com/office/drawing/2014/main" id="{6C0A11B7-AD5D-BA68-E7EC-1AD2C08F247B}"/>
                  </a:ext>
                </a:extLst>
              </p:cNvPr>
              <p:cNvSpPr/>
              <p:nvPr/>
            </p:nvSpPr>
            <p:spPr>
              <a:xfrm>
                <a:off x="11417673" y="501200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10858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8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6" name="Freeform: Shape 4251">
                <a:extLst>
                  <a:ext uri="{FF2B5EF4-FFF2-40B4-BE49-F238E27FC236}">
                    <a16:creationId xmlns:a16="http://schemas.microsoft.com/office/drawing/2014/main" id="{6AE2BD00-D67C-323E-2431-3BB0D53030A1}"/>
                  </a:ext>
                </a:extLst>
              </p:cNvPr>
              <p:cNvSpPr/>
              <p:nvPr/>
            </p:nvSpPr>
            <p:spPr>
              <a:xfrm>
                <a:off x="11563090" y="501200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7" name="Freeform: Shape 4252">
                <a:extLst>
                  <a:ext uri="{FF2B5EF4-FFF2-40B4-BE49-F238E27FC236}">
                    <a16:creationId xmlns:a16="http://schemas.microsoft.com/office/drawing/2014/main" id="{20D179DA-77B6-54BE-F2B4-D66D243AC45F}"/>
                  </a:ext>
                </a:extLst>
              </p:cNvPr>
              <p:cNvSpPr/>
              <p:nvPr/>
            </p:nvSpPr>
            <p:spPr>
              <a:xfrm>
                <a:off x="10835539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8" name="Freeform: Shape 4253">
                <a:extLst>
                  <a:ext uri="{FF2B5EF4-FFF2-40B4-BE49-F238E27FC236}">
                    <a16:creationId xmlns:a16="http://schemas.microsoft.com/office/drawing/2014/main" id="{D06ACC50-1988-7DC1-4F42-BA32FBA261C5}"/>
                  </a:ext>
                </a:extLst>
              </p:cNvPr>
              <p:cNvSpPr/>
              <p:nvPr/>
            </p:nvSpPr>
            <p:spPr>
              <a:xfrm>
                <a:off x="10980956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69" name="Freeform: Shape 4254">
                <a:extLst>
                  <a:ext uri="{FF2B5EF4-FFF2-40B4-BE49-F238E27FC236}">
                    <a16:creationId xmlns:a16="http://schemas.microsoft.com/office/drawing/2014/main" id="{4F10E9E9-768E-7CF3-6C8D-16E56AF5191A}"/>
                  </a:ext>
                </a:extLst>
              </p:cNvPr>
              <p:cNvSpPr/>
              <p:nvPr/>
            </p:nvSpPr>
            <p:spPr>
              <a:xfrm>
                <a:off x="11126611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0" name="Freeform: Shape 4255">
                <a:extLst>
                  <a:ext uri="{FF2B5EF4-FFF2-40B4-BE49-F238E27FC236}">
                    <a16:creationId xmlns:a16="http://schemas.microsoft.com/office/drawing/2014/main" id="{D3F832F9-1F4B-009B-9B01-5E7F565E3418}"/>
                  </a:ext>
                </a:extLst>
              </p:cNvPr>
              <p:cNvSpPr/>
              <p:nvPr/>
            </p:nvSpPr>
            <p:spPr>
              <a:xfrm>
                <a:off x="11272019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1" name="Freeform: Shape 4256">
                <a:extLst>
                  <a:ext uri="{FF2B5EF4-FFF2-40B4-BE49-F238E27FC236}">
                    <a16:creationId xmlns:a16="http://schemas.microsoft.com/office/drawing/2014/main" id="{FB7F0473-ACD2-6CE8-098B-E045AA583EAE}"/>
                  </a:ext>
                </a:extLst>
              </p:cNvPr>
              <p:cNvSpPr/>
              <p:nvPr/>
            </p:nvSpPr>
            <p:spPr>
              <a:xfrm>
                <a:off x="11417673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2" name="Freeform: Shape 4257">
                <a:extLst>
                  <a:ext uri="{FF2B5EF4-FFF2-40B4-BE49-F238E27FC236}">
                    <a16:creationId xmlns:a16="http://schemas.microsoft.com/office/drawing/2014/main" id="{58CF31C3-6385-9C46-20C0-86A94199CEBA}"/>
                  </a:ext>
                </a:extLst>
              </p:cNvPr>
              <p:cNvSpPr/>
              <p:nvPr/>
            </p:nvSpPr>
            <p:spPr>
              <a:xfrm>
                <a:off x="11563090" y="515742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3" name="Freeform: Shape 4258">
                <a:extLst>
                  <a:ext uri="{FF2B5EF4-FFF2-40B4-BE49-F238E27FC236}">
                    <a16:creationId xmlns:a16="http://schemas.microsoft.com/office/drawing/2014/main" id="{7AA2796F-7317-7CB8-863F-1D0ECA624D04}"/>
                  </a:ext>
                </a:extLst>
              </p:cNvPr>
              <p:cNvSpPr/>
              <p:nvPr/>
            </p:nvSpPr>
            <p:spPr>
              <a:xfrm>
                <a:off x="10835539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4" name="Freeform: Shape 4259">
                <a:extLst>
                  <a:ext uri="{FF2B5EF4-FFF2-40B4-BE49-F238E27FC236}">
                    <a16:creationId xmlns:a16="http://schemas.microsoft.com/office/drawing/2014/main" id="{18FCF5F9-6169-F971-A825-D3DAE85D5611}"/>
                  </a:ext>
                </a:extLst>
              </p:cNvPr>
              <p:cNvSpPr/>
              <p:nvPr/>
            </p:nvSpPr>
            <p:spPr>
              <a:xfrm>
                <a:off x="10980956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5" name="Freeform: Shape 4260">
                <a:extLst>
                  <a:ext uri="{FF2B5EF4-FFF2-40B4-BE49-F238E27FC236}">
                    <a16:creationId xmlns:a16="http://schemas.microsoft.com/office/drawing/2014/main" id="{9310727B-CCF3-6F21-2164-D4EF74BA1883}"/>
                  </a:ext>
                </a:extLst>
              </p:cNvPr>
              <p:cNvSpPr/>
              <p:nvPr/>
            </p:nvSpPr>
            <p:spPr>
              <a:xfrm>
                <a:off x="11126611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9"/>
                  <a:gd name="f13" fmla="val 3143"/>
                  <a:gd name="f14" fmla="val 3145"/>
                  <a:gd name="f15" fmla="val 2"/>
                  <a:gd name="f16" fmla="val 10859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9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6" name="Freeform: Shape 4261">
                <a:extLst>
                  <a:ext uri="{FF2B5EF4-FFF2-40B4-BE49-F238E27FC236}">
                    <a16:creationId xmlns:a16="http://schemas.microsoft.com/office/drawing/2014/main" id="{BB21585D-6AD4-2037-B656-B1F6DD491C4C}"/>
                  </a:ext>
                </a:extLst>
              </p:cNvPr>
              <p:cNvSpPr/>
              <p:nvPr/>
            </p:nvSpPr>
            <p:spPr>
              <a:xfrm>
                <a:off x="11272019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7" name="Freeform: Shape 4262">
                <a:extLst>
                  <a:ext uri="{FF2B5EF4-FFF2-40B4-BE49-F238E27FC236}">
                    <a16:creationId xmlns:a16="http://schemas.microsoft.com/office/drawing/2014/main" id="{45D30584-D163-BBBC-6AAE-2CE703268437}"/>
                  </a:ext>
                </a:extLst>
              </p:cNvPr>
              <p:cNvSpPr/>
              <p:nvPr/>
            </p:nvSpPr>
            <p:spPr>
              <a:xfrm>
                <a:off x="11417673" y="530307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10858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8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8" name="Freeform: Shape 4263">
                <a:extLst>
                  <a:ext uri="{FF2B5EF4-FFF2-40B4-BE49-F238E27FC236}">
                    <a16:creationId xmlns:a16="http://schemas.microsoft.com/office/drawing/2014/main" id="{AFEC2E18-6D05-11F8-EBC5-22C9680C80A9}"/>
                  </a:ext>
                </a:extLst>
              </p:cNvPr>
              <p:cNvSpPr/>
              <p:nvPr/>
            </p:nvSpPr>
            <p:spPr>
              <a:xfrm>
                <a:off x="11563090" y="5303071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7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6"/>
                  <a:gd name="f22" fmla="*/ f18 1 14097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6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79" name="Freeform: Shape 4264">
                <a:extLst>
                  <a:ext uri="{FF2B5EF4-FFF2-40B4-BE49-F238E27FC236}">
                    <a16:creationId xmlns:a16="http://schemas.microsoft.com/office/drawing/2014/main" id="{D7530748-D016-7D8E-E9BC-16E2488BC199}"/>
                  </a:ext>
                </a:extLst>
              </p:cNvPr>
              <p:cNvSpPr/>
              <p:nvPr/>
            </p:nvSpPr>
            <p:spPr>
              <a:xfrm>
                <a:off x="10835539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0" name="Freeform: Shape 4265">
                <a:extLst>
                  <a:ext uri="{FF2B5EF4-FFF2-40B4-BE49-F238E27FC236}">
                    <a16:creationId xmlns:a16="http://schemas.microsoft.com/office/drawing/2014/main" id="{5F1002EA-FFA8-2A2B-2D7B-3DA60A7EDF72}"/>
                  </a:ext>
                </a:extLst>
              </p:cNvPr>
              <p:cNvSpPr/>
              <p:nvPr/>
            </p:nvSpPr>
            <p:spPr>
              <a:xfrm>
                <a:off x="10980956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1" name="Freeform: Shape 4266">
                <a:extLst>
                  <a:ext uri="{FF2B5EF4-FFF2-40B4-BE49-F238E27FC236}">
                    <a16:creationId xmlns:a16="http://schemas.microsoft.com/office/drawing/2014/main" id="{9389E2D1-2A64-6AD5-0BDF-760FAECF46FC}"/>
                  </a:ext>
                </a:extLst>
              </p:cNvPr>
              <p:cNvSpPr/>
              <p:nvPr/>
            </p:nvSpPr>
            <p:spPr>
              <a:xfrm>
                <a:off x="11126611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2" name="Freeform: Shape 4267">
                <a:extLst>
                  <a:ext uri="{FF2B5EF4-FFF2-40B4-BE49-F238E27FC236}">
                    <a16:creationId xmlns:a16="http://schemas.microsoft.com/office/drawing/2014/main" id="{9B3E568D-873F-A7A2-6022-B4A6E7C9EFE0}"/>
                  </a:ext>
                </a:extLst>
              </p:cNvPr>
              <p:cNvSpPr/>
              <p:nvPr/>
            </p:nvSpPr>
            <p:spPr>
              <a:xfrm>
                <a:off x="11272019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3" name="Freeform: Shape 4268">
                <a:extLst>
                  <a:ext uri="{FF2B5EF4-FFF2-40B4-BE49-F238E27FC236}">
                    <a16:creationId xmlns:a16="http://schemas.microsoft.com/office/drawing/2014/main" id="{4E5F7D9D-E5D6-1D4B-24D3-4E3A2C0E25FA}"/>
                  </a:ext>
                </a:extLst>
              </p:cNvPr>
              <p:cNvSpPr/>
              <p:nvPr/>
            </p:nvSpPr>
            <p:spPr>
              <a:xfrm>
                <a:off x="11417673" y="544849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4" name="Freeform: Shape 4269">
                <a:extLst>
                  <a:ext uri="{FF2B5EF4-FFF2-40B4-BE49-F238E27FC236}">
                    <a16:creationId xmlns:a16="http://schemas.microsoft.com/office/drawing/2014/main" id="{325C6C49-DD13-916F-DBEC-BADAF38AD6D3}"/>
                  </a:ext>
                </a:extLst>
              </p:cNvPr>
              <p:cNvSpPr/>
              <p:nvPr/>
            </p:nvSpPr>
            <p:spPr>
              <a:xfrm>
                <a:off x="11563090" y="544848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5" name="Freeform: Shape 4270">
                <a:extLst>
                  <a:ext uri="{FF2B5EF4-FFF2-40B4-BE49-F238E27FC236}">
                    <a16:creationId xmlns:a16="http://schemas.microsoft.com/office/drawing/2014/main" id="{A2AEE871-2DE9-90E7-D1F4-BCC06101332D}"/>
                  </a:ext>
                </a:extLst>
              </p:cNvPr>
              <p:cNvSpPr/>
              <p:nvPr/>
            </p:nvSpPr>
            <p:spPr>
              <a:xfrm>
                <a:off x="9816678" y="5593915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9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048"/>
                  <a:gd name="f15" fmla="val 3143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9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10"/>
                      <a:pt x="f5" y="f8"/>
                    </a:cubicBezTo>
                    <a:cubicBezTo>
                      <a:pt x="f5" y="f14"/>
                      <a:pt x="f15" y="f5"/>
                      <a:pt x="f8" y="f5"/>
                    </a:cubicBezTo>
                    <a:cubicBezTo>
                      <a:pt x="f9" y="f5"/>
                      <a:pt x="f6" y="f15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6" name="Freeform: Shape 4271">
                <a:extLst>
                  <a:ext uri="{FF2B5EF4-FFF2-40B4-BE49-F238E27FC236}">
                    <a16:creationId xmlns:a16="http://schemas.microsoft.com/office/drawing/2014/main" id="{1E74379C-25C2-1A18-3434-B465C368BBDF}"/>
                  </a:ext>
                </a:extLst>
              </p:cNvPr>
              <p:cNvSpPr/>
              <p:nvPr/>
            </p:nvSpPr>
            <p:spPr>
              <a:xfrm>
                <a:off x="9962333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7" name="Freeform: Shape 4272">
                <a:extLst>
                  <a:ext uri="{FF2B5EF4-FFF2-40B4-BE49-F238E27FC236}">
                    <a16:creationId xmlns:a16="http://schemas.microsoft.com/office/drawing/2014/main" id="{28216610-4066-641D-4F0C-D46A19D48D6E}"/>
                  </a:ext>
                </a:extLst>
              </p:cNvPr>
              <p:cNvSpPr/>
              <p:nvPr/>
            </p:nvSpPr>
            <p:spPr>
              <a:xfrm>
                <a:off x="10107750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8" name="Freeform: Shape 4273">
                <a:extLst>
                  <a:ext uri="{FF2B5EF4-FFF2-40B4-BE49-F238E27FC236}">
                    <a16:creationId xmlns:a16="http://schemas.microsoft.com/office/drawing/2014/main" id="{AB886566-8B07-D19E-69A6-6699CBB3FC58}"/>
                  </a:ext>
                </a:extLst>
              </p:cNvPr>
              <p:cNvSpPr/>
              <p:nvPr/>
            </p:nvSpPr>
            <p:spPr>
              <a:xfrm>
                <a:off x="10253395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89" name="Freeform: Shape 4274">
                <a:extLst>
                  <a:ext uri="{FF2B5EF4-FFF2-40B4-BE49-F238E27FC236}">
                    <a16:creationId xmlns:a16="http://schemas.microsoft.com/office/drawing/2014/main" id="{109FC022-6379-A215-813C-B6713693EE99}"/>
                  </a:ext>
                </a:extLst>
              </p:cNvPr>
              <p:cNvSpPr/>
              <p:nvPr/>
            </p:nvSpPr>
            <p:spPr>
              <a:xfrm>
                <a:off x="10398812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0" name="Freeform: Shape 4275">
                <a:extLst>
                  <a:ext uri="{FF2B5EF4-FFF2-40B4-BE49-F238E27FC236}">
                    <a16:creationId xmlns:a16="http://schemas.microsoft.com/office/drawing/2014/main" id="{AAFCD750-BBD3-05E7-DC21-55FBEE8A3A5B}"/>
                  </a:ext>
                </a:extLst>
              </p:cNvPr>
              <p:cNvSpPr/>
              <p:nvPr/>
            </p:nvSpPr>
            <p:spPr>
              <a:xfrm>
                <a:off x="10544467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9"/>
                  <a:gd name="f8" fmla="val 10941"/>
                  <a:gd name="f9" fmla="val 3156"/>
                  <a:gd name="f10" fmla="+- 0 0 -90"/>
                  <a:gd name="f11" fmla="*/ f3 1 14097"/>
                  <a:gd name="f12" fmla="*/ f4 1 14097"/>
                  <a:gd name="f13" fmla="val f5"/>
                  <a:gd name="f14" fmla="val f6"/>
                  <a:gd name="f15" fmla="*/ f10 f0 1"/>
                  <a:gd name="f16" fmla="+- f14 0 f13"/>
                  <a:gd name="f17" fmla="*/ f15 1 f2"/>
                  <a:gd name="f18" fmla="*/ f16 1 14097"/>
                  <a:gd name="f19" fmla="*/ 14097 f16 1"/>
                  <a:gd name="f20" fmla="*/ 7049 f16 1"/>
                  <a:gd name="f21" fmla="*/ 0 f16 1"/>
                  <a:gd name="f22" fmla="+- f17 0 f1"/>
                  <a:gd name="f23" fmla="*/ f19 1 14097"/>
                  <a:gd name="f24" fmla="*/ f20 1 14097"/>
                  <a:gd name="f25" fmla="*/ f21 1 14097"/>
                  <a:gd name="f26" fmla="*/ f13 1 f18"/>
                  <a:gd name="f27" fmla="*/ f14 1 f18"/>
                  <a:gd name="f28" fmla="*/ f23 1 f18"/>
                  <a:gd name="f29" fmla="*/ f24 1 f18"/>
                  <a:gd name="f30" fmla="*/ f25 1 f18"/>
                  <a:gd name="f31" fmla="*/ f26 f11 1"/>
                  <a:gd name="f32" fmla="*/ f27 f11 1"/>
                  <a:gd name="f33" fmla="*/ f27 f12 1"/>
                  <a:gd name="f34" fmla="*/ f26 f12 1"/>
                  <a:gd name="f35" fmla="*/ f28 f11 1"/>
                  <a:gd name="f36" fmla="*/ f29 f12 1"/>
                  <a:gd name="f37" fmla="*/ f29 f11 1"/>
                  <a:gd name="f38" fmla="*/ f28 f12 1"/>
                  <a:gd name="f39" fmla="*/ f30 f11 1"/>
                  <a:gd name="f40" fmla="*/ f30 f1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2">
                    <a:pos x="f35" y="f36"/>
                  </a:cxn>
                  <a:cxn ang="f22">
                    <a:pos x="f37" y="f38"/>
                  </a:cxn>
                  <a:cxn ang="f22">
                    <a:pos x="f39" y="f36"/>
                  </a:cxn>
                  <a:cxn ang="f22">
                    <a:pos x="f37" y="f40"/>
                  </a:cxn>
                  <a:cxn ang="f22">
                    <a:pos x="f35" y="f36"/>
                  </a:cxn>
                </a:cxnLst>
                <a:rect l="f31" t="f34" r="f32" b="f33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7" y="f6"/>
                    </a:cubicBezTo>
                    <a:cubicBezTo>
                      <a:pt x="f9" y="f6"/>
                      <a:pt x="f5" y="f8"/>
                      <a:pt x="f5" y="f7"/>
                    </a:cubicBezTo>
                    <a:cubicBezTo>
                      <a:pt x="f5" y="f9"/>
                      <a:pt x="f9" y="f5"/>
                      <a:pt x="f7" y="f5"/>
                    </a:cubicBezTo>
                    <a:cubicBezTo>
                      <a:pt x="f8" y="f5"/>
                      <a:pt x="f6" y="f9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1" name="Freeform: Shape 4276">
                <a:extLst>
                  <a:ext uri="{FF2B5EF4-FFF2-40B4-BE49-F238E27FC236}">
                    <a16:creationId xmlns:a16="http://schemas.microsoft.com/office/drawing/2014/main" id="{B154DAED-26F3-1FF5-430F-6A5C6CDA3628}"/>
                  </a:ext>
                </a:extLst>
              </p:cNvPr>
              <p:cNvSpPr/>
              <p:nvPr/>
            </p:nvSpPr>
            <p:spPr>
              <a:xfrm>
                <a:off x="10689884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2" name="Freeform: Shape 4277">
                <a:extLst>
                  <a:ext uri="{FF2B5EF4-FFF2-40B4-BE49-F238E27FC236}">
                    <a16:creationId xmlns:a16="http://schemas.microsoft.com/office/drawing/2014/main" id="{C04DC4D8-1B3F-FD60-04F4-5DF0AF046084}"/>
                  </a:ext>
                </a:extLst>
              </p:cNvPr>
              <p:cNvSpPr/>
              <p:nvPr/>
            </p:nvSpPr>
            <p:spPr>
              <a:xfrm>
                <a:off x="9816678" y="5739569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3" name="Freeform: Shape 4278">
                <a:extLst>
                  <a:ext uri="{FF2B5EF4-FFF2-40B4-BE49-F238E27FC236}">
                    <a16:creationId xmlns:a16="http://schemas.microsoft.com/office/drawing/2014/main" id="{88D7746F-9A03-AB25-802F-85BEFB90C828}"/>
                  </a:ext>
                </a:extLst>
              </p:cNvPr>
              <p:cNvSpPr/>
              <p:nvPr/>
            </p:nvSpPr>
            <p:spPr>
              <a:xfrm>
                <a:off x="9962333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8"/>
                  <a:gd name="f8" fmla="val 10941"/>
                  <a:gd name="f9" fmla="val 7049"/>
                  <a:gd name="f10" fmla="val 3156"/>
                  <a:gd name="f11" fmla="+- 0 0 -90"/>
                  <a:gd name="f12" fmla="*/ f3 1 14097"/>
                  <a:gd name="f13" fmla="*/ f4 1 14097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7"/>
                  <a:gd name="f20" fmla="*/ 14097 f17 1"/>
                  <a:gd name="f21" fmla="*/ 7048 f17 1"/>
                  <a:gd name="f22" fmla="*/ 7049 f17 1"/>
                  <a:gd name="f23" fmla="*/ 0 f17 1"/>
                  <a:gd name="f24" fmla="+- f18 0 f1"/>
                  <a:gd name="f25" fmla="*/ f20 1 14097"/>
                  <a:gd name="f26" fmla="*/ f21 1 14097"/>
                  <a:gd name="f27" fmla="*/ f22 1 14097"/>
                  <a:gd name="f28" fmla="*/ f23 1 14097"/>
                  <a:gd name="f29" fmla="*/ f14 1 f19"/>
                  <a:gd name="f30" fmla="*/ f15 1 f19"/>
                  <a:gd name="f31" fmla="*/ f25 1 f19"/>
                  <a:gd name="f32" fmla="*/ f26 1 f19"/>
                  <a:gd name="f33" fmla="*/ f27 1 f19"/>
                  <a:gd name="f34" fmla="*/ f28 1 f19"/>
                  <a:gd name="f35" fmla="*/ f29 f12 1"/>
                  <a:gd name="f36" fmla="*/ f30 f12 1"/>
                  <a:gd name="f37" fmla="*/ f30 f13 1"/>
                  <a:gd name="f38" fmla="*/ f29 f13 1"/>
                  <a:gd name="f39" fmla="*/ f31 f12 1"/>
                  <a:gd name="f40" fmla="*/ f32 f13 1"/>
                  <a:gd name="f41" fmla="*/ f33 f12 1"/>
                  <a:gd name="f42" fmla="*/ f31 f13 1"/>
                  <a:gd name="f43" fmla="*/ f34 f12 1"/>
                  <a:gd name="f44" fmla="*/ f34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9" y="f40"/>
                  </a:cxn>
                  <a:cxn ang="f24">
                    <a:pos x="f41" y="f42"/>
                  </a:cxn>
                  <a:cxn ang="f24">
                    <a:pos x="f43" y="f40"/>
                  </a:cxn>
                  <a:cxn ang="f24">
                    <a:pos x="f41" y="f44"/>
                  </a:cxn>
                  <a:cxn ang="f24">
                    <a:pos x="f39" y="f40"/>
                  </a:cxn>
                </a:cxnLst>
                <a:rect l="f35" t="f38" r="f36" b="f37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9" y="f6"/>
                    </a:cubicBezTo>
                    <a:cubicBezTo>
                      <a:pt x="f10" y="f6"/>
                      <a:pt x="f5" y="f8"/>
                      <a:pt x="f5" y="f7"/>
                    </a:cubicBezTo>
                    <a:cubicBezTo>
                      <a:pt x="f5" y="f10"/>
                      <a:pt x="f10" y="f5"/>
                      <a:pt x="f9" y="f5"/>
                    </a:cubicBezTo>
                    <a:cubicBezTo>
                      <a:pt x="f8" y="f5"/>
                      <a:pt x="f6" y="f10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4" name="Freeform: Shape 4279">
                <a:extLst>
                  <a:ext uri="{FF2B5EF4-FFF2-40B4-BE49-F238E27FC236}">
                    <a16:creationId xmlns:a16="http://schemas.microsoft.com/office/drawing/2014/main" id="{276F2C12-DF1A-16FF-248B-124E94DD6D77}"/>
                  </a:ext>
                </a:extLst>
              </p:cNvPr>
              <p:cNvSpPr/>
              <p:nvPr/>
            </p:nvSpPr>
            <p:spPr>
              <a:xfrm>
                <a:off x="10107750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5" name="Freeform: Shape 4280">
                <a:extLst>
                  <a:ext uri="{FF2B5EF4-FFF2-40B4-BE49-F238E27FC236}">
                    <a16:creationId xmlns:a16="http://schemas.microsoft.com/office/drawing/2014/main" id="{C8043BAE-5C43-7D73-13C4-15BA220184C5}"/>
                  </a:ext>
                </a:extLst>
              </p:cNvPr>
              <p:cNvSpPr/>
              <p:nvPr/>
            </p:nvSpPr>
            <p:spPr>
              <a:xfrm>
                <a:off x="10253395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6" name="Freeform: Shape 4281">
                <a:extLst>
                  <a:ext uri="{FF2B5EF4-FFF2-40B4-BE49-F238E27FC236}">
                    <a16:creationId xmlns:a16="http://schemas.microsoft.com/office/drawing/2014/main" id="{AC0215F3-5180-4CF5-A4A2-96BF153109D0}"/>
                  </a:ext>
                </a:extLst>
              </p:cNvPr>
              <p:cNvSpPr/>
              <p:nvPr/>
            </p:nvSpPr>
            <p:spPr>
              <a:xfrm>
                <a:off x="10398812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7" name="Freeform: Shape 4282">
                <a:extLst>
                  <a:ext uri="{FF2B5EF4-FFF2-40B4-BE49-F238E27FC236}">
                    <a16:creationId xmlns:a16="http://schemas.microsoft.com/office/drawing/2014/main" id="{A6FBE8C3-4635-2B84-475C-E813F0530404}"/>
                  </a:ext>
                </a:extLst>
              </p:cNvPr>
              <p:cNvSpPr/>
              <p:nvPr/>
            </p:nvSpPr>
            <p:spPr>
              <a:xfrm>
                <a:off x="10544467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7048"/>
                  <a:gd name="f8" fmla="val 10941"/>
                  <a:gd name="f9" fmla="val 7049"/>
                  <a:gd name="f10" fmla="val 3156"/>
                  <a:gd name="f11" fmla="+- 0 0 -90"/>
                  <a:gd name="f12" fmla="*/ f3 1 14097"/>
                  <a:gd name="f13" fmla="*/ f4 1 14097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7"/>
                  <a:gd name="f20" fmla="*/ 14097 f17 1"/>
                  <a:gd name="f21" fmla="*/ 7048 f17 1"/>
                  <a:gd name="f22" fmla="*/ 7049 f17 1"/>
                  <a:gd name="f23" fmla="*/ 0 f17 1"/>
                  <a:gd name="f24" fmla="+- f18 0 f1"/>
                  <a:gd name="f25" fmla="*/ f20 1 14097"/>
                  <a:gd name="f26" fmla="*/ f21 1 14097"/>
                  <a:gd name="f27" fmla="*/ f22 1 14097"/>
                  <a:gd name="f28" fmla="*/ f23 1 14097"/>
                  <a:gd name="f29" fmla="*/ f14 1 f19"/>
                  <a:gd name="f30" fmla="*/ f15 1 f19"/>
                  <a:gd name="f31" fmla="*/ f25 1 f19"/>
                  <a:gd name="f32" fmla="*/ f26 1 f19"/>
                  <a:gd name="f33" fmla="*/ f27 1 f19"/>
                  <a:gd name="f34" fmla="*/ f28 1 f19"/>
                  <a:gd name="f35" fmla="*/ f29 f12 1"/>
                  <a:gd name="f36" fmla="*/ f30 f12 1"/>
                  <a:gd name="f37" fmla="*/ f30 f13 1"/>
                  <a:gd name="f38" fmla="*/ f29 f13 1"/>
                  <a:gd name="f39" fmla="*/ f31 f12 1"/>
                  <a:gd name="f40" fmla="*/ f32 f13 1"/>
                  <a:gd name="f41" fmla="*/ f33 f12 1"/>
                  <a:gd name="f42" fmla="*/ f31 f13 1"/>
                  <a:gd name="f43" fmla="*/ f34 f12 1"/>
                  <a:gd name="f44" fmla="*/ f34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9" y="f40"/>
                  </a:cxn>
                  <a:cxn ang="f24">
                    <a:pos x="f41" y="f42"/>
                  </a:cxn>
                  <a:cxn ang="f24">
                    <a:pos x="f43" y="f40"/>
                  </a:cxn>
                  <a:cxn ang="f24">
                    <a:pos x="f41" y="f44"/>
                  </a:cxn>
                  <a:cxn ang="f24">
                    <a:pos x="f39" y="f40"/>
                  </a:cxn>
                </a:cxnLst>
                <a:rect l="f35" t="f38" r="f36" b="f37"/>
                <a:pathLst>
                  <a:path w="14097" h="14097">
                    <a:moveTo>
                      <a:pt x="f6" y="f7"/>
                    </a:moveTo>
                    <a:cubicBezTo>
                      <a:pt x="f6" y="f8"/>
                      <a:pt x="f8" y="f6"/>
                      <a:pt x="f9" y="f6"/>
                    </a:cubicBezTo>
                    <a:cubicBezTo>
                      <a:pt x="f10" y="f6"/>
                      <a:pt x="f5" y="f8"/>
                      <a:pt x="f5" y="f7"/>
                    </a:cubicBezTo>
                    <a:cubicBezTo>
                      <a:pt x="f5" y="f10"/>
                      <a:pt x="f10" y="f5"/>
                      <a:pt x="f9" y="f5"/>
                    </a:cubicBezTo>
                    <a:cubicBezTo>
                      <a:pt x="f8" y="f5"/>
                      <a:pt x="f6" y="f10"/>
                      <a:pt x="f6" y="f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8" name="Freeform: Shape 4283">
                <a:extLst>
                  <a:ext uri="{FF2B5EF4-FFF2-40B4-BE49-F238E27FC236}">
                    <a16:creationId xmlns:a16="http://schemas.microsoft.com/office/drawing/2014/main" id="{19708238-BF92-1263-6D59-D514E8F61E13}"/>
                  </a:ext>
                </a:extLst>
              </p:cNvPr>
              <p:cNvSpPr/>
              <p:nvPr/>
            </p:nvSpPr>
            <p:spPr>
              <a:xfrm>
                <a:off x="10689884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299" name="Freeform: Shape 4284">
                <a:extLst>
                  <a:ext uri="{FF2B5EF4-FFF2-40B4-BE49-F238E27FC236}">
                    <a16:creationId xmlns:a16="http://schemas.microsoft.com/office/drawing/2014/main" id="{A3C0EC31-C4DF-EFAA-7455-298EF96FEC17}"/>
                  </a:ext>
                </a:extLst>
              </p:cNvPr>
              <p:cNvSpPr/>
              <p:nvPr/>
            </p:nvSpPr>
            <p:spPr>
              <a:xfrm>
                <a:off x="9816678" y="5884986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0" name="Freeform: Shape 4285">
                <a:extLst>
                  <a:ext uri="{FF2B5EF4-FFF2-40B4-BE49-F238E27FC236}">
                    <a16:creationId xmlns:a16="http://schemas.microsoft.com/office/drawing/2014/main" id="{3CE66C61-7D55-AADC-11B4-FE2DFE10EFA4}"/>
                  </a:ext>
                </a:extLst>
              </p:cNvPr>
              <p:cNvSpPr/>
              <p:nvPr/>
            </p:nvSpPr>
            <p:spPr>
              <a:xfrm>
                <a:off x="9962333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1" name="Freeform: Shape 4286">
                <a:extLst>
                  <a:ext uri="{FF2B5EF4-FFF2-40B4-BE49-F238E27FC236}">
                    <a16:creationId xmlns:a16="http://schemas.microsoft.com/office/drawing/2014/main" id="{F16804F8-A8B5-8FA9-85CF-BE969CA1905D}"/>
                  </a:ext>
                </a:extLst>
              </p:cNvPr>
              <p:cNvSpPr/>
              <p:nvPr/>
            </p:nvSpPr>
            <p:spPr>
              <a:xfrm>
                <a:off x="10107750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2" name="Freeform: Shape 4287">
                <a:extLst>
                  <a:ext uri="{FF2B5EF4-FFF2-40B4-BE49-F238E27FC236}">
                    <a16:creationId xmlns:a16="http://schemas.microsoft.com/office/drawing/2014/main" id="{30F7EB4B-D225-A380-2AF4-340A0A665A05}"/>
                  </a:ext>
                </a:extLst>
              </p:cNvPr>
              <p:cNvSpPr/>
              <p:nvPr/>
            </p:nvSpPr>
            <p:spPr>
              <a:xfrm>
                <a:off x="10253395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3" name="Freeform: Shape 4288">
                <a:extLst>
                  <a:ext uri="{FF2B5EF4-FFF2-40B4-BE49-F238E27FC236}">
                    <a16:creationId xmlns:a16="http://schemas.microsoft.com/office/drawing/2014/main" id="{C146F2CF-3E5B-37A4-68A6-AAA4C0ADA4C9}"/>
                  </a:ext>
                </a:extLst>
              </p:cNvPr>
              <p:cNvSpPr/>
              <p:nvPr/>
            </p:nvSpPr>
            <p:spPr>
              <a:xfrm>
                <a:off x="10398812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4" name="Freeform: Shape 4289">
                <a:extLst>
                  <a:ext uri="{FF2B5EF4-FFF2-40B4-BE49-F238E27FC236}">
                    <a16:creationId xmlns:a16="http://schemas.microsoft.com/office/drawing/2014/main" id="{7C515D5D-D31E-152F-959A-BD5295B3104A}"/>
                  </a:ext>
                </a:extLst>
              </p:cNvPr>
              <p:cNvSpPr/>
              <p:nvPr/>
            </p:nvSpPr>
            <p:spPr>
              <a:xfrm>
                <a:off x="10544467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5" name="Freeform: Shape 4290">
                <a:extLst>
                  <a:ext uri="{FF2B5EF4-FFF2-40B4-BE49-F238E27FC236}">
                    <a16:creationId xmlns:a16="http://schemas.microsoft.com/office/drawing/2014/main" id="{A17FBA9C-4B3E-5473-7EC4-84DFAB43BE7A}"/>
                  </a:ext>
                </a:extLst>
              </p:cNvPr>
              <p:cNvSpPr/>
              <p:nvPr/>
            </p:nvSpPr>
            <p:spPr>
              <a:xfrm>
                <a:off x="10689884" y="58849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6" name="Freeform: Shape 4291">
                <a:extLst>
                  <a:ext uri="{FF2B5EF4-FFF2-40B4-BE49-F238E27FC236}">
                    <a16:creationId xmlns:a16="http://schemas.microsoft.com/office/drawing/2014/main" id="{09B33952-4C31-CBEB-04BD-F513A41255DE}"/>
                  </a:ext>
                </a:extLst>
              </p:cNvPr>
              <p:cNvSpPr/>
              <p:nvPr/>
            </p:nvSpPr>
            <p:spPr>
              <a:xfrm>
                <a:off x="9816678" y="6030632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7" name="Freeform: Shape 4292">
                <a:extLst>
                  <a:ext uri="{FF2B5EF4-FFF2-40B4-BE49-F238E27FC236}">
                    <a16:creationId xmlns:a16="http://schemas.microsoft.com/office/drawing/2014/main" id="{11DE7D12-40E2-CB5D-DE39-794FFE8BB04C}"/>
                  </a:ext>
                </a:extLst>
              </p:cNvPr>
              <p:cNvSpPr/>
              <p:nvPr/>
            </p:nvSpPr>
            <p:spPr>
              <a:xfrm>
                <a:off x="9962323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8" name="Freeform: Shape 4293">
                <a:extLst>
                  <a:ext uri="{FF2B5EF4-FFF2-40B4-BE49-F238E27FC236}">
                    <a16:creationId xmlns:a16="http://schemas.microsoft.com/office/drawing/2014/main" id="{41198756-8587-96C7-0D6B-361108C1C657}"/>
                  </a:ext>
                </a:extLst>
              </p:cNvPr>
              <p:cNvSpPr/>
              <p:nvPr/>
            </p:nvSpPr>
            <p:spPr>
              <a:xfrm>
                <a:off x="10107741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09" name="Freeform: Shape 4294">
                <a:extLst>
                  <a:ext uri="{FF2B5EF4-FFF2-40B4-BE49-F238E27FC236}">
                    <a16:creationId xmlns:a16="http://schemas.microsoft.com/office/drawing/2014/main" id="{7FD3A38D-B116-1B27-5837-F62F78225E93}"/>
                  </a:ext>
                </a:extLst>
              </p:cNvPr>
              <p:cNvSpPr/>
              <p:nvPr/>
            </p:nvSpPr>
            <p:spPr>
              <a:xfrm>
                <a:off x="10253395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0" name="Freeform: Shape 4295">
                <a:extLst>
                  <a:ext uri="{FF2B5EF4-FFF2-40B4-BE49-F238E27FC236}">
                    <a16:creationId xmlns:a16="http://schemas.microsoft.com/office/drawing/2014/main" id="{77B35143-4AD3-8632-9C35-B2B129E6E5FC}"/>
                  </a:ext>
                </a:extLst>
              </p:cNvPr>
              <p:cNvSpPr/>
              <p:nvPr/>
            </p:nvSpPr>
            <p:spPr>
              <a:xfrm>
                <a:off x="10398812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1" name="Freeform: Shape 4296">
                <a:extLst>
                  <a:ext uri="{FF2B5EF4-FFF2-40B4-BE49-F238E27FC236}">
                    <a16:creationId xmlns:a16="http://schemas.microsoft.com/office/drawing/2014/main" id="{84FC1F01-1561-E25F-343E-2FB24DFA9D90}"/>
                  </a:ext>
                </a:extLst>
              </p:cNvPr>
              <p:cNvSpPr/>
              <p:nvPr/>
            </p:nvSpPr>
            <p:spPr>
              <a:xfrm>
                <a:off x="10544467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2" name="Freeform: Shape 4297">
                <a:extLst>
                  <a:ext uri="{FF2B5EF4-FFF2-40B4-BE49-F238E27FC236}">
                    <a16:creationId xmlns:a16="http://schemas.microsoft.com/office/drawing/2014/main" id="{D4178D68-0CE2-9C5A-3D2A-882383653518}"/>
                  </a:ext>
                </a:extLst>
              </p:cNvPr>
              <p:cNvSpPr/>
              <p:nvPr/>
            </p:nvSpPr>
            <p:spPr>
              <a:xfrm>
                <a:off x="10689884" y="6030632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3" name="Freeform: Shape 4298">
                <a:extLst>
                  <a:ext uri="{FF2B5EF4-FFF2-40B4-BE49-F238E27FC236}">
                    <a16:creationId xmlns:a16="http://schemas.microsoft.com/office/drawing/2014/main" id="{EB8383D0-8FF6-3BE2-D805-A8764397148A}"/>
                  </a:ext>
                </a:extLst>
              </p:cNvPr>
              <p:cNvSpPr/>
              <p:nvPr/>
            </p:nvSpPr>
            <p:spPr>
              <a:xfrm>
                <a:off x="9816678" y="6176058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4" name="Freeform: Shape 4299">
                <a:extLst>
                  <a:ext uri="{FF2B5EF4-FFF2-40B4-BE49-F238E27FC236}">
                    <a16:creationId xmlns:a16="http://schemas.microsoft.com/office/drawing/2014/main" id="{2B78C7D2-7458-F4FC-507E-28DE345E0FE8}"/>
                  </a:ext>
                </a:extLst>
              </p:cNvPr>
              <p:cNvSpPr/>
              <p:nvPr/>
            </p:nvSpPr>
            <p:spPr>
              <a:xfrm>
                <a:off x="9962333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5" name="Freeform: Shape 4300">
                <a:extLst>
                  <a:ext uri="{FF2B5EF4-FFF2-40B4-BE49-F238E27FC236}">
                    <a16:creationId xmlns:a16="http://schemas.microsoft.com/office/drawing/2014/main" id="{82A1621B-85F8-3A23-F69E-0D3A308A7568}"/>
                  </a:ext>
                </a:extLst>
              </p:cNvPr>
              <p:cNvSpPr/>
              <p:nvPr/>
            </p:nvSpPr>
            <p:spPr>
              <a:xfrm>
                <a:off x="10107750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6" name="Freeform: Shape 4301">
                <a:extLst>
                  <a:ext uri="{FF2B5EF4-FFF2-40B4-BE49-F238E27FC236}">
                    <a16:creationId xmlns:a16="http://schemas.microsoft.com/office/drawing/2014/main" id="{27711D99-8BD1-59F9-6FF1-A2B4022A3BAE}"/>
                  </a:ext>
                </a:extLst>
              </p:cNvPr>
              <p:cNvSpPr/>
              <p:nvPr/>
            </p:nvSpPr>
            <p:spPr>
              <a:xfrm>
                <a:off x="10253395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7" name="Freeform: Shape 4302">
                <a:extLst>
                  <a:ext uri="{FF2B5EF4-FFF2-40B4-BE49-F238E27FC236}">
                    <a16:creationId xmlns:a16="http://schemas.microsoft.com/office/drawing/2014/main" id="{387E8AD7-FA82-C331-AC08-76CFA2E5181A}"/>
                  </a:ext>
                </a:extLst>
              </p:cNvPr>
              <p:cNvSpPr/>
              <p:nvPr/>
            </p:nvSpPr>
            <p:spPr>
              <a:xfrm>
                <a:off x="10398812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8" name="Freeform: Shape 4303">
                <a:extLst>
                  <a:ext uri="{FF2B5EF4-FFF2-40B4-BE49-F238E27FC236}">
                    <a16:creationId xmlns:a16="http://schemas.microsoft.com/office/drawing/2014/main" id="{52E25EBA-B2B8-6D72-D8DA-F0B67ACDFC46}"/>
                  </a:ext>
                </a:extLst>
              </p:cNvPr>
              <p:cNvSpPr/>
              <p:nvPr/>
            </p:nvSpPr>
            <p:spPr>
              <a:xfrm>
                <a:off x="10544467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19" name="Freeform: Shape 4304">
                <a:extLst>
                  <a:ext uri="{FF2B5EF4-FFF2-40B4-BE49-F238E27FC236}">
                    <a16:creationId xmlns:a16="http://schemas.microsoft.com/office/drawing/2014/main" id="{8CB2A52B-7AA1-491B-CDC5-B0066D020CA1}"/>
                  </a:ext>
                </a:extLst>
              </p:cNvPr>
              <p:cNvSpPr/>
              <p:nvPr/>
            </p:nvSpPr>
            <p:spPr>
              <a:xfrm>
                <a:off x="10689884" y="617605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0" name="Freeform: Shape 4305">
                <a:extLst>
                  <a:ext uri="{FF2B5EF4-FFF2-40B4-BE49-F238E27FC236}">
                    <a16:creationId xmlns:a16="http://schemas.microsoft.com/office/drawing/2014/main" id="{F4D3C587-96C6-D0C3-A4BF-4AFB9B7F7F8C}"/>
                  </a:ext>
                </a:extLst>
              </p:cNvPr>
              <p:cNvSpPr/>
              <p:nvPr/>
            </p:nvSpPr>
            <p:spPr>
              <a:xfrm>
                <a:off x="9816687" y="6321704"/>
                <a:ext cx="34893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192"/>
                  <a:gd name="f7" fmla="val 14096"/>
                  <a:gd name="f8" fmla="val 7048"/>
                  <a:gd name="f9" fmla="val 10954"/>
                  <a:gd name="f10" fmla="val 11049"/>
                  <a:gd name="f11" fmla="val 14097"/>
                  <a:gd name="f12" fmla="val 7144"/>
                  <a:gd name="f13" fmla="val 3239"/>
                  <a:gd name="f14" fmla="val 3143"/>
                  <a:gd name="f15" fmla="val 7049"/>
                  <a:gd name="f16" fmla="+- 0 0 -90"/>
                  <a:gd name="f17" fmla="*/ f3 1 14192"/>
                  <a:gd name="f18" fmla="*/ f4 1 14096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192"/>
                  <a:gd name="f27" fmla="*/ f23 1 14096"/>
                  <a:gd name="f28" fmla="*/ 14192 f24 1"/>
                  <a:gd name="f29" fmla="*/ 7048 f23 1"/>
                  <a:gd name="f30" fmla="*/ 7144 f24 1"/>
                  <a:gd name="f31" fmla="*/ 14097 f23 1"/>
                  <a:gd name="f32" fmla="*/ 0 f24 1"/>
                  <a:gd name="f33" fmla="*/ 7049 f24 1"/>
                  <a:gd name="f34" fmla="*/ 0 f23 1"/>
                  <a:gd name="f35" fmla="+- f25 0 f1"/>
                  <a:gd name="f36" fmla="*/ f28 1 14192"/>
                  <a:gd name="f37" fmla="*/ f29 1 14096"/>
                  <a:gd name="f38" fmla="*/ f30 1 14192"/>
                  <a:gd name="f39" fmla="*/ f31 1 14096"/>
                  <a:gd name="f40" fmla="*/ f32 1 14192"/>
                  <a:gd name="f41" fmla="*/ f33 1 14192"/>
                  <a:gd name="f42" fmla="*/ f34 1 14096"/>
                  <a:gd name="f43" fmla="*/ f19 1 f26"/>
                  <a:gd name="f44" fmla="*/ f20 1 f26"/>
                  <a:gd name="f45" fmla="*/ f19 1 f27"/>
                  <a:gd name="f46" fmla="*/ f21 1 f27"/>
                  <a:gd name="f47" fmla="*/ f36 1 f26"/>
                  <a:gd name="f48" fmla="*/ f37 1 f27"/>
                  <a:gd name="f49" fmla="*/ f38 1 f26"/>
                  <a:gd name="f50" fmla="*/ f39 1 f27"/>
                  <a:gd name="f51" fmla="*/ f40 1 f26"/>
                  <a:gd name="f52" fmla="*/ f41 1 f26"/>
                  <a:gd name="f53" fmla="*/ f42 1 f27"/>
                  <a:gd name="f54" fmla="*/ f43 f17 1"/>
                  <a:gd name="f55" fmla="*/ f44 f17 1"/>
                  <a:gd name="f56" fmla="*/ f46 f18 1"/>
                  <a:gd name="f57" fmla="*/ f45 f18 1"/>
                  <a:gd name="f58" fmla="*/ f47 f17 1"/>
                  <a:gd name="f59" fmla="*/ f48 f18 1"/>
                  <a:gd name="f60" fmla="*/ f49 f17 1"/>
                  <a:gd name="f61" fmla="*/ f50 f18 1"/>
                  <a:gd name="f62" fmla="*/ f51 f17 1"/>
                  <a:gd name="f63" fmla="*/ f52 f17 1"/>
                  <a:gd name="f64" fmla="*/ f53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8" y="f59"/>
                  </a:cxn>
                  <a:cxn ang="f35">
                    <a:pos x="f60" y="f61"/>
                  </a:cxn>
                  <a:cxn ang="f35">
                    <a:pos x="f62" y="f59"/>
                  </a:cxn>
                  <a:cxn ang="f35">
                    <a:pos x="f63" y="f64"/>
                  </a:cxn>
                  <a:cxn ang="f35">
                    <a:pos x="f58" y="f59"/>
                  </a:cxn>
                </a:cxnLst>
                <a:rect l="f54" t="f57" r="f55" b="f56"/>
                <a:pathLst>
                  <a:path w="14192" h="14096">
                    <a:moveTo>
                      <a:pt x="f6" y="f8"/>
                    </a:moveTo>
                    <a:cubicBezTo>
                      <a:pt x="f6" y="f9"/>
                      <a:pt x="f10" y="f11"/>
                      <a:pt x="f12" y="f11"/>
                    </a:cubicBezTo>
                    <a:cubicBezTo>
                      <a:pt x="f13" y="f11"/>
                      <a:pt x="f5" y="f9"/>
                      <a:pt x="f5" y="f8"/>
                    </a:cubicBezTo>
                    <a:cubicBezTo>
                      <a:pt x="f5" y="f14"/>
                      <a:pt x="f14" y="f5"/>
                      <a:pt x="f15" y="f5"/>
                    </a:cubicBezTo>
                    <a:cubicBezTo>
                      <a:pt x="f9" y="f5"/>
                      <a:pt x="f6" y="f14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1" name="Freeform: Shape 4306">
                <a:extLst>
                  <a:ext uri="{FF2B5EF4-FFF2-40B4-BE49-F238E27FC236}">
                    <a16:creationId xmlns:a16="http://schemas.microsoft.com/office/drawing/2014/main" id="{F00249E8-64F7-79FC-9F76-60B7FA00A90E}"/>
                  </a:ext>
                </a:extLst>
              </p:cNvPr>
              <p:cNvSpPr/>
              <p:nvPr/>
            </p:nvSpPr>
            <p:spPr>
              <a:xfrm>
                <a:off x="9962333" y="632170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41"/>
                  <a:gd name="f10" fmla="val 7049"/>
                  <a:gd name="f11" fmla="val 3156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2" name="Freeform: Shape 4307">
                <a:extLst>
                  <a:ext uri="{FF2B5EF4-FFF2-40B4-BE49-F238E27FC236}">
                    <a16:creationId xmlns:a16="http://schemas.microsoft.com/office/drawing/2014/main" id="{1A9DAC15-002E-D857-61F1-6D6DB2A4E312}"/>
                  </a:ext>
                </a:extLst>
              </p:cNvPr>
              <p:cNvSpPr/>
              <p:nvPr/>
            </p:nvSpPr>
            <p:spPr>
              <a:xfrm>
                <a:off x="10107750" y="6321704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3" name="Freeform: Shape 4308">
                <a:extLst>
                  <a:ext uri="{FF2B5EF4-FFF2-40B4-BE49-F238E27FC236}">
                    <a16:creationId xmlns:a16="http://schemas.microsoft.com/office/drawing/2014/main" id="{FEE232D9-EA1E-1668-2A2D-F98A5FC300D4}"/>
                  </a:ext>
                </a:extLst>
              </p:cNvPr>
              <p:cNvSpPr/>
              <p:nvPr/>
            </p:nvSpPr>
            <p:spPr>
              <a:xfrm>
                <a:off x="10253414" y="6321704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4" name="Freeform: Shape 4309">
                <a:extLst>
                  <a:ext uri="{FF2B5EF4-FFF2-40B4-BE49-F238E27FC236}">
                    <a16:creationId xmlns:a16="http://schemas.microsoft.com/office/drawing/2014/main" id="{57643AF5-9CB5-AD04-50DF-D4B323EFA7D6}"/>
                  </a:ext>
                </a:extLst>
              </p:cNvPr>
              <p:cNvSpPr/>
              <p:nvPr/>
            </p:nvSpPr>
            <p:spPr>
              <a:xfrm>
                <a:off x="10398831" y="6321704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5" name="Freeform: Shape 4310">
                <a:extLst>
                  <a:ext uri="{FF2B5EF4-FFF2-40B4-BE49-F238E27FC236}">
                    <a16:creationId xmlns:a16="http://schemas.microsoft.com/office/drawing/2014/main" id="{5497275E-1E19-AA1D-9BD0-E8D150354A37}"/>
                  </a:ext>
                </a:extLst>
              </p:cNvPr>
              <p:cNvSpPr/>
              <p:nvPr/>
            </p:nvSpPr>
            <p:spPr>
              <a:xfrm>
                <a:off x="10544485" y="632170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41"/>
                  <a:gd name="f10" fmla="val 7049"/>
                  <a:gd name="f11" fmla="val 3156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6" name="Freeform: Shape 4311">
                <a:extLst>
                  <a:ext uri="{FF2B5EF4-FFF2-40B4-BE49-F238E27FC236}">
                    <a16:creationId xmlns:a16="http://schemas.microsoft.com/office/drawing/2014/main" id="{EE8BEE3B-6857-38A4-4293-725577FC457F}"/>
                  </a:ext>
                </a:extLst>
              </p:cNvPr>
              <p:cNvSpPr/>
              <p:nvPr/>
            </p:nvSpPr>
            <p:spPr>
              <a:xfrm>
                <a:off x="10689902" y="6321704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7" name="Freeform: Shape 4312">
                <a:extLst>
                  <a:ext uri="{FF2B5EF4-FFF2-40B4-BE49-F238E27FC236}">
                    <a16:creationId xmlns:a16="http://schemas.microsoft.com/office/drawing/2014/main" id="{C220B37F-40F9-F478-12A7-2F6A114C9B89}"/>
                  </a:ext>
                </a:extLst>
              </p:cNvPr>
              <p:cNvSpPr/>
              <p:nvPr/>
            </p:nvSpPr>
            <p:spPr>
              <a:xfrm>
                <a:off x="10835548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9"/>
                  <a:gd name="f9" fmla="val 10954"/>
                  <a:gd name="f10" fmla="val 3143"/>
                  <a:gd name="f11" fmla="+- 0 0 -90"/>
                  <a:gd name="f12" fmla="*/ f3 1 14097"/>
                  <a:gd name="f13" fmla="*/ f4 1 14096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7"/>
                  <a:gd name="f22" fmla="*/ f18 1 14096"/>
                  <a:gd name="f23" fmla="*/ 14097 f19 1"/>
                  <a:gd name="f24" fmla="*/ 7049 f18 1"/>
                  <a:gd name="f25" fmla="*/ 7049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7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8" y="f6"/>
                    </a:cubicBezTo>
                    <a:cubicBezTo>
                      <a:pt x="f10" y="f6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6" y="f10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8" name="Freeform: Shape 4313">
                <a:extLst>
                  <a:ext uri="{FF2B5EF4-FFF2-40B4-BE49-F238E27FC236}">
                    <a16:creationId xmlns:a16="http://schemas.microsoft.com/office/drawing/2014/main" id="{80BCB509-E930-F3C1-F4C9-2FE2CF66BB06}"/>
                  </a:ext>
                </a:extLst>
              </p:cNvPr>
              <p:cNvSpPr/>
              <p:nvPr/>
            </p:nvSpPr>
            <p:spPr>
              <a:xfrm>
                <a:off x="10980974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29" name="Freeform: Shape 4314">
                <a:extLst>
                  <a:ext uri="{FF2B5EF4-FFF2-40B4-BE49-F238E27FC236}">
                    <a16:creationId xmlns:a16="http://schemas.microsoft.com/office/drawing/2014/main" id="{C9C103C5-FA28-7F8E-8BFD-0AD7631B254A}"/>
                  </a:ext>
                </a:extLst>
              </p:cNvPr>
              <p:cNvSpPr/>
              <p:nvPr/>
            </p:nvSpPr>
            <p:spPr>
              <a:xfrm>
                <a:off x="11126620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3143"/>
                  <a:gd name="f11" fmla="val 10859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0" name="Freeform: Shape 4315">
                <a:extLst>
                  <a:ext uri="{FF2B5EF4-FFF2-40B4-BE49-F238E27FC236}">
                    <a16:creationId xmlns:a16="http://schemas.microsoft.com/office/drawing/2014/main" id="{BD4A25FA-3053-256F-84D0-B95D517A63EE}"/>
                  </a:ext>
                </a:extLst>
              </p:cNvPr>
              <p:cNvSpPr/>
              <p:nvPr/>
            </p:nvSpPr>
            <p:spPr>
              <a:xfrm>
                <a:off x="11272037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9 f18 1"/>
                  <a:gd name="f23" fmla="*/ 7048 f18 1"/>
                  <a:gd name="f24" fmla="*/ 0 f18 1"/>
                  <a:gd name="f25" fmla="+- f19 0 f1"/>
                  <a:gd name="f26" fmla="*/ f21 1 14096"/>
                  <a:gd name="f27" fmla="*/ f22 1 14096"/>
                  <a:gd name="f28" fmla="*/ f23 1 14096"/>
                  <a:gd name="f29" fmla="*/ f24 1 14096"/>
                  <a:gd name="f30" fmla="*/ f15 1 f20"/>
                  <a:gd name="f31" fmla="*/ f16 1 f20"/>
                  <a:gd name="f32" fmla="*/ f26 1 f20"/>
                  <a:gd name="f33" fmla="*/ f27 1 f20"/>
                  <a:gd name="f34" fmla="*/ f28 1 f20"/>
                  <a:gd name="f35" fmla="*/ f29 1 f20"/>
                  <a:gd name="f36" fmla="*/ f30 f13 1"/>
                  <a:gd name="f37" fmla="*/ f31 f13 1"/>
                  <a:gd name="f38" fmla="*/ f31 f14 1"/>
                  <a:gd name="f39" fmla="*/ f30 f14 1"/>
                  <a:gd name="f40" fmla="*/ f32 f13 1"/>
                  <a:gd name="f41" fmla="*/ f33 f14 1"/>
                  <a:gd name="f42" fmla="*/ f34 f13 1"/>
                  <a:gd name="f43" fmla="*/ f32 f14 1"/>
                  <a:gd name="f44" fmla="*/ f35 f13 1"/>
                  <a:gd name="f45" fmla="*/ f35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5">
                    <a:pos x="f40" y="f41"/>
                  </a:cxn>
                  <a:cxn ang="f25">
                    <a:pos x="f42" y="f43"/>
                  </a:cxn>
                  <a:cxn ang="f25">
                    <a:pos x="f44" y="f41"/>
                  </a:cxn>
                  <a:cxn ang="f25">
                    <a:pos x="f42" y="f45"/>
                  </a:cxn>
                  <a:cxn ang="f25">
                    <a:pos x="f40" y="f41"/>
                  </a:cxn>
                </a:cxnLst>
                <a:rect l="f36" t="f39" r="f37" b="f38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1" name="Freeform: Shape 4316">
                <a:extLst>
                  <a:ext uri="{FF2B5EF4-FFF2-40B4-BE49-F238E27FC236}">
                    <a16:creationId xmlns:a16="http://schemas.microsoft.com/office/drawing/2014/main" id="{E044EDA4-E434-F6F4-3A2F-CA197A9DA4D5}"/>
                  </a:ext>
                </a:extLst>
              </p:cNvPr>
              <p:cNvSpPr/>
              <p:nvPr/>
            </p:nvSpPr>
            <p:spPr>
              <a:xfrm>
                <a:off x="11417692" y="559391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54"/>
                  <a:gd name="f10" fmla="val 7048"/>
                  <a:gd name="f11" fmla="val 3143"/>
                  <a:gd name="f12" fmla="val 10858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9 f19 1"/>
                  <a:gd name="f24" fmla="*/ 7048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2" name="Freeform: Shape 4317">
                <a:extLst>
                  <a:ext uri="{FF2B5EF4-FFF2-40B4-BE49-F238E27FC236}">
                    <a16:creationId xmlns:a16="http://schemas.microsoft.com/office/drawing/2014/main" id="{8AAC7E29-F726-3C34-2189-12AF5607FF78}"/>
                  </a:ext>
                </a:extLst>
              </p:cNvPr>
              <p:cNvSpPr/>
              <p:nvPr/>
            </p:nvSpPr>
            <p:spPr>
              <a:xfrm>
                <a:off x="11563109" y="559390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9"/>
                  <a:gd name="f9" fmla="val 10941"/>
                  <a:gd name="f10" fmla="val 7048"/>
                  <a:gd name="f11" fmla="val 3156"/>
                  <a:gd name="f12" fmla="+- 0 0 -90"/>
                  <a:gd name="f13" fmla="*/ f3 1 14096"/>
                  <a:gd name="f14" fmla="*/ f4 1 14097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6"/>
                  <a:gd name="f23" fmla="*/ f19 1 14097"/>
                  <a:gd name="f24" fmla="*/ 14097 f20 1"/>
                  <a:gd name="f25" fmla="*/ 7049 f19 1"/>
                  <a:gd name="f26" fmla="*/ 7048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6"/>
                  <a:gd name="f32" fmla="*/ f25 1 14097"/>
                  <a:gd name="f33" fmla="*/ f26 1 14096"/>
                  <a:gd name="f34" fmla="*/ f27 1 14097"/>
                  <a:gd name="f35" fmla="*/ f28 1 14096"/>
                  <a:gd name="f36" fmla="*/ f29 1 14097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3" name="Freeform: Shape 4318">
                <a:extLst>
                  <a:ext uri="{FF2B5EF4-FFF2-40B4-BE49-F238E27FC236}">
                    <a16:creationId xmlns:a16="http://schemas.microsoft.com/office/drawing/2014/main" id="{42091EF9-4EA2-D185-8110-D5FA51BB2532}"/>
                  </a:ext>
                </a:extLst>
              </p:cNvPr>
              <p:cNvSpPr/>
              <p:nvPr/>
            </p:nvSpPr>
            <p:spPr>
              <a:xfrm>
                <a:off x="10835548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4" name="Freeform: Shape 4319">
                <a:extLst>
                  <a:ext uri="{FF2B5EF4-FFF2-40B4-BE49-F238E27FC236}">
                    <a16:creationId xmlns:a16="http://schemas.microsoft.com/office/drawing/2014/main" id="{DF3A4EDB-293A-CFAA-F9FD-A73BDDCABFD8}"/>
                  </a:ext>
                </a:extLst>
              </p:cNvPr>
              <p:cNvSpPr/>
              <p:nvPr/>
            </p:nvSpPr>
            <p:spPr>
              <a:xfrm>
                <a:off x="10980974" y="573956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5" name="Freeform: Shape 4320">
                <a:extLst>
                  <a:ext uri="{FF2B5EF4-FFF2-40B4-BE49-F238E27FC236}">
                    <a16:creationId xmlns:a16="http://schemas.microsoft.com/office/drawing/2014/main" id="{BA77628A-38E6-59C4-C43B-2E497A3B4277}"/>
                  </a:ext>
                </a:extLst>
              </p:cNvPr>
              <p:cNvSpPr/>
              <p:nvPr/>
            </p:nvSpPr>
            <p:spPr>
              <a:xfrm>
                <a:off x="11126620" y="573957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6" name="Freeform: Shape 4321">
                <a:extLst>
                  <a:ext uri="{FF2B5EF4-FFF2-40B4-BE49-F238E27FC236}">
                    <a16:creationId xmlns:a16="http://schemas.microsoft.com/office/drawing/2014/main" id="{FE927F2B-B1FC-B15E-35A1-C97A910ADBD3}"/>
                  </a:ext>
                </a:extLst>
              </p:cNvPr>
              <p:cNvSpPr/>
              <p:nvPr/>
            </p:nvSpPr>
            <p:spPr>
              <a:xfrm>
                <a:off x="11272037" y="5739579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7" name="Freeform: Shape 4322">
                <a:extLst>
                  <a:ext uri="{FF2B5EF4-FFF2-40B4-BE49-F238E27FC236}">
                    <a16:creationId xmlns:a16="http://schemas.microsoft.com/office/drawing/2014/main" id="{D2F58E06-66FE-F3C6-3D31-9F261C075FF4}"/>
                  </a:ext>
                </a:extLst>
              </p:cNvPr>
              <p:cNvSpPr/>
              <p:nvPr/>
            </p:nvSpPr>
            <p:spPr>
              <a:xfrm>
                <a:off x="11417692" y="5739588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8" name="Freeform: Shape 4323">
                <a:extLst>
                  <a:ext uri="{FF2B5EF4-FFF2-40B4-BE49-F238E27FC236}">
                    <a16:creationId xmlns:a16="http://schemas.microsoft.com/office/drawing/2014/main" id="{6A1079B6-B51B-35BD-F9DE-FEB069A02FA8}"/>
                  </a:ext>
                </a:extLst>
              </p:cNvPr>
              <p:cNvSpPr/>
              <p:nvPr/>
            </p:nvSpPr>
            <p:spPr>
              <a:xfrm>
                <a:off x="11563109" y="5739597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41"/>
                  <a:gd name="f10" fmla="val 3156"/>
                  <a:gd name="f11" fmla="+- 0 0 -90"/>
                  <a:gd name="f12" fmla="*/ f3 1 14096"/>
                  <a:gd name="f13" fmla="*/ f4 1 14097"/>
                  <a:gd name="f14" fmla="val f5"/>
                  <a:gd name="f15" fmla="val f6"/>
                  <a:gd name="f16" fmla="val f7"/>
                  <a:gd name="f17" fmla="*/ f11 f0 1"/>
                  <a:gd name="f18" fmla="+- f16 0 f14"/>
                  <a:gd name="f19" fmla="+- f15 0 f14"/>
                  <a:gd name="f20" fmla="*/ f17 1 f2"/>
                  <a:gd name="f21" fmla="*/ f19 1 14096"/>
                  <a:gd name="f22" fmla="*/ f18 1 14097"/>
                  <a:gd name="f23" fmla="*/ 14097 f19 1"/>
                  <a:gd name="f24" fmla="*/ 7048 f18 1"/>
                  <a:gd name="f25" fmla="*/ 7048 f19 1"/>
                  <a:gd name="f26" fmla="*/ 14097 f18 1"/>
                  <a:gd name="f27" fmla="*/ 0 f19 1"/>
                  <a:gd name="f28" fmla="*/ 0 f18 1"/>
                  <a:gd name="f29" fmla="+- f20 0 f1"/>
                  <a:gd name="f30" fmla="*/ f23 1 14096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14 1 f21"/>
                  <a:gd name="f37" fmla="*/ f15 1 f21"/>
                  <a:gd name="f38" fmla="*/ f14 1 f22"/>
                  <a:gd name="f39" fmla="*/ f16 1 f22"/>
                  <a:gd name="f40" fmla="*/ f30 1 f21"/>
                  <a:gd name="f41" fmla="*/ f31 1 f22"/>
                  <a:gd name="f42" fmla="*/ f32 1 f21"/>
                  <a:gd name="f43" fmla="*/ f33 1 f22"/>
                  <a:gd name="f44" fmla="*/ f34 1 f21"/>
                  <a:gd name="f45" fmla="*/ f35 1 f22"/>
                  <a:gd name="f46" fmla="*/ f36 f12 1"/>
                  <a:gd name="f47" fmla="*/ f37 f12 1"/>
                  <a:gd name="f48" fmla="*/ f39 f13 1"/>
                  <a:gd name="f49" fmla="*/ f38 f13 1"/>
                  <a:gd name="f50" fmla="*/ f40 f12 1"/>
                  <a:gd name="f51" fmla="*/ f41 f13 1"/>
                  <a:gd name="f52" fmla="*/ f42 f12 1"/>
                  <a:gd name="f53" fmla="*/ f43 f13 1"/>
                  <a:gd name="f54" fmla="*/ f44 f12 1"/>
                  <a:gd name="f55" fmla="*/ f45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50" y="f51"/>
                  </a:cxn>
                  <a:cxn ang="f29">
                    <a:pos x="f52" y="f53"/>
                  </a:cxn>
                  <a:cxn ang="f29">
                    <a:pos x="f54" y="f51"/>
                  </a:cxn>
                  <a:cxn ang="f29">
                    <a:pos x="f52" y="f55"/>
                  </a:cxn>
                  <a:cxn ang="f29">
                    <a:pos x="f50" y="f51"/>
                  </a:cxn>
                </a:cxnLst>
                <a:rect l="f46" t="f49" r="f47" b="f48"/>
                <a:pathLst>
                  <a:path w="14096" h="14097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39" name="Freeform: Shape 4324">
                <a:extLst>
                  <a:ext uri="{FF2B5EF4-FFF2-40B4-BE49-F238E27FC236}">
                    <a16:creationId xmlns:a16="http://schemas.microsoft.com/office/drawing/2014/main" id="{B151D2AB-002D-2376-15BA-AFC7ED0AB2AE}"/>
                  </a:ext>
                </a:extLst>
              </p:cNvPr>
              <p:cNvSpPr/>
              <p:nvPr/>
            </p:nvSpPr>
            <p:spPr>
              <a:xfrm>
                <a:off x="10835548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0" name="Freeform: Shape 4325">
                <a:extLst>
                  <a:ext uri="{FF2B5EF4-FFF2-40B4-BE49-F238E27FC236}">
                    <a16:creationId xmlns:a16="http://schemas.microsoft.com/office/drawing/2014/main" id="{02577694-041E-0E67-58E5-B58760A3135A}"/>
                  </a:ext>
                </a:extLst>
              </p:cNvPr>
              <p:cNvSpPr/>
              <p:nvPr/>
            </p:nvSpPr>
            <p:spPr>
              <a:xfrm>
                <a:off x="10980974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1" name="Freeform: Shape 4326">
                <a:extLst>
                  <a:ext uri="{FF2B5EF4-FFF2-40B4-BE49-F238E27FC236}">
                    <a16:creationId xmlns:a16="http://schemas.microsoft.com/office/drawing/2014/main" id="{604C1CAC-D6AC-4791-3607-8D5D7EE264E3}"/>
                  </a:ext>
                </a:extLst>
              </p:cNvPr>
              <p:cNvSpPr/>
              <p:nvPr/>
            </p:nvSpPr>
            <p:spPr>
              <a:xfrm>
                <a:off x="11126620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2" name="Freeform: Shape 4327">
                <a:extLst>
                  <a:ext uri="{FF2B5EF4-FFF2-40B4-BE49-F238E27FC236}">
                    <a16:creationId xmlns:a16="http://schemas.microsoft.com/office/drawing/2014/main" id="{0B604B34-11A0-5E33-87FE-021B7C1721E0}"/>
                  </a:ext>
                </a:extLst>
              </p:cNvPr>
              <p:cNvSpPr/>
              <p:nvPr/>
            </p:nvSpPr>
            <p:spPr>
              <a:xfrm>
                <a:off x="11272037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3" name="Freeform: Shape 4328">
                <a:extLst>
                  <a:ext uri="{FF2B5EF4-FFF2-40B4-BE49-F238E27FC236}">
                    <a16:creationId xmlns:a16="http://schemas.microsoft.com/office/drawing/2014/main" id="{711A4823-F185-264B-F9BC-B1ECA09D65A8}"/>
                  </a:ext>
                </a:extLst>
              </p:cNvPr>
              <p:cNvSpPr/>
              <p:nvPr/>
            </p:nvSpPr>
            <p:spPr>
              <a:xfrm>
                <a:off x="11417692" y="5885005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4" name="Freeform: Shape 4329">
                <a:extLst>
                  <a:ext uri="{FF2B5EF4-FFF2-40B4-BE49-F238E27FC236}">
                    <a16:creationId xmlns:a16="http://schemas.microsoft.com/office/drawing/2014/main" id="{C7168FF5-D877-788F-9C69-89B79DB417F7}"/>
                  </a:ext>
                </a:extLst>
              </p:cNvPr>
              <p:cNvSpPr/>
              <p:nvPr/>
            </p:nvSpPr>
            <p:spPr>
              <a:xfrm>
                <a:off x="11563109" y="5885014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5" name="Freeform: Shape 4330">
                <a:extLst>
                  <a:ext uri="{FF2B5EF4-FFF2-40B4-BE49-F238E27FC236}">
                    <a16:creationId xmlns:a16="http://schemas.microsoft.com/office/drawing/2014/main" id="{AA6E4331-387A-D2C5-8199-38B7A01E71B4}"/>
                  </a:ext>
                </a:extLst>
              </p:cNvPr>
              <p:cNvSpPr/>
              <p:nvPr/>
            </p:nvSpPr>
            <p:spPr>
              <a:xfrm>
                <a:off x="10835548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6" name="Freeform: Shape 4331">
                <a:extLst>
                  <a:ext uri="{FF2B5EF4-FFF2-40B4-BE49-F238E27FC236}">
                    <a16:creationId xmlns:a16="http://schemas.microsoft.com/office/drawing/2014/main" id="{D604AEBE-D862-D8B8-2942-1CF9D66E0768}"/>
                  </a:ext>
                </a:extLst>
              </p:cNvPr>
              <p:cNvSpPr/>
              <p:nvPr/>
            </p:nvSpPr>
            <p:spPr>
              <a:xfrm>
                <a:off x="10980974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7" name="Freeform: Shape 4332">
                <a:extLst>
                  <a:ext uri="{FF2B5EF4-FFF2-40B4-BE49-F238E27FC236}">
                    <a16:creationId xmlns:a16="http://schemas.microsoft.com/office/drawing/2014/main" id="{BBE540E9-F2A4-BFC6-27F4-9A522203C09A}"/>
                  </a:ext>
                </a:extLst>
              </p:cNvPr>
              <p:cNvSpPr/>
              <p:nvPr/>
            </p:nvSpPr>
            <p:spPr>
              <a:xfrm>
                <a:off x="11126620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8" name="Freeform: Shape 4333">
                <a:extLst>
                  <a:ext uri="{FF2B5EF4-FFF2-40B4-BE49-F238E27FC236}">
                    <a16:creationId xmlns:a16="http://schemas.microsoft.com/office/drawing/2014/main" id="{6D9E98EC-1B68-AF23-B944-F382F546C492}"/>
                  </a:ext>
                </a:extLst>
              </p:cNvPr>
              <p:cNvSpPr/>
              <p:nvPr/>
            </p:nvSpPr>
            <p:spPr>
              <a:xfrm>
                <a:off x="11272037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49" name="Freeform: Shape 4334">
                <a:extLst>
                  <a:ext uri="{FF2B5EF4-FFF2-40B4-BE49-F238E27FC236}">
                    <a16:creationId xmlns:a16="http://schemas.microsoft.com/office/drawing/2014/main" id="{AD159CF0-A59E-F091-BB33-2A45D7860EE0}"/>
                  </a:ext>
                </a:extLst>
              </p:cNvPr>
              <p:cNvSpPr/>
              <p:nvPr/>
            </p:nvSpPr>
            <p:spPr>
              <a:xfrm>
                <a:off x="11417692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0" name="Freeform: Shape 4335">
                <a:extLst>
                  <a:ext uri="{FF2B5EF4-FFF2-40B4-BE49-F238E27FC236}">
                    <a16:creationId xmlns:a16="http://schemas.microsoft.com/office/drawing/2014/main" id="{32E3C4F8-9F41-6FF9-B323-33D31E7F3090}"/>
                  </a:ext>
                </a:extLst>
              </p:cNvPr>
              <p:cNvSpPr/>
              <p:nvPr/>
            </p:nvSpPr>
            <p:spPr>
              <a:xfrm>
                <a:off x="11563109" y="603066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1" name="Freeform: Shape 4336">
                <a:extLst>
                  <a:ext uri="{FF2B5EF4-FFF2-40B4-BE49-F238E27FC236}">
                    <a16:creationId xmlns:a16="http://schemas.microsoft.com/office/drawing/2014/main" id="{CEC48090-7A48-297D-B935-31EECEF4172A}"/>
                  </a:ext>
                </a:extLst>
              </p:cNvPr>
              <p:cNvSpPr/>
              <p:nvPr/>
            </p:nvSpPr>
            <p:spPr>
              <a:xfrm>
                <a:off x="10835548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6"/>
                  <a:gd name="f8" fmla="val 7048"/>
                  <a:gd name="f9" fmla="val 10954"/>
                  <a:gd name="f10" fmla="val 7049"/>
                  <a:gd name="f11" fmla="val 3143"/>
                  <a:gd name="f12" fmla="+- 0 0 -90"/>
                  <a:gd name="f13" fmla="*/ f3 1 14097"/>
                  <a:gd name="f14" fmla="*/ f4 1 14096"/>
                  <a:gd name="f15" fmla="val f5"/>
                  <a:gd name="f16" fmla="val f6"/>
                  <a:gd name="f17" fmla="val f7"/>
                  <a:gd name="f18" fmla="*/ f12 f0 1"/>
                  <a:gd name="f19" fmla="+- f17 0 f15"/>
                  <a:gd name="f20" fmla="+- f16 0 f15"/>
                  <a:gd name="f21" fmla="*/ f18 1 f2"/>
                  <a:gd name="f22" fmla="*/ f20 1 14097"/>
                  <a:gd name="f23" fmla="*/ f19 1 14096"/>
                  <a:gd name="f24" fmla="*/ 14097 f20 1"/>
                  <a:gd name="f25" fmla="*/ 7048 f19 1"/>
                  <a:gd name="f26" fmla="*/ 7049 f20 1"/>
                  <a:gd name="f27" fmla="*/ 14097 f19 1"/>
                  <a:gd name="f28" fmla="*/ 0 f20 1"/>
                  <a:gd name="f29" fmla="*/ 0 f19 1"/>
                  <a:gd name="f30" fmla="+- f21 0 f1"/>
                  <a:gd name="f31" fmla="*/ f24 1 14097"/>
                  <a:gd name="f32" fmla="*/ f25 1 14096"/>
                  <a:gd name="f33" fmla="*/ f26 1 14097"/>
                  <a:gd name="f34" fmla="*/ f27 1 14096"/>
                  <a:gd name="f35" fmla="*/ f28 1 14097"/>
                  <a:gd name="f36" fmla="*/ f29 1 14096"/>
                  <a:gd name="f37" fmla="*/ f15 1 f22"/>
                  <a:gd name="f38" fmla="*/ f16 1 f22"/>
                  <a:gd name="f39" fmla="*/ f15 1 f23"/>
                  <a:gd name="f40" fmla="*/ f17 1 f23"/>
                  <a:gd name="f41" fmla="*/ f31 1 f22"/>
                  <a:gd name="f42" fmla="*/ f32 1 f23"/>
                  <a:gd name="f43" fmla="*/ f33 1 f22"/>
                  <a:gd name="f44" fmla="*/ f34 1 f23"/>
                  <a:gd name="f45" fmla="*/ f35 1 f22"/>
                  <a:gd name="f46" fmla="*/ f36 1 f23"/>
                  <a:gd name="f47" fmla="*/ f37 f13 1"/>
                  <a:gd name="f48" fmla="*/ f38 f13 1"/>
                  <a:gd name="f49" fmla="*/ f40 f14 1"/>
                  <a:gd name="f50" fmla="*/ f39 f14 1"/>
                  <a:gd name="f51" fmla="*/ f41 f13 1"/>
                  <a:gd name="f52" fmla="*/ f42 f14 1"/>
                  <a:gd name="f53" fmla="*/ f43 f13 1"/>
                  <a:gd name="f54" fmla="*/ f44 f14 1"/>
                  <a:gd name="f55" fmla="*/ f45 f13 1"/>
                  <a:gd name="f56" fmla="*/ f46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0">
                    <a:pos x="f51" y="f52"/>
                  </a:cxn>
                  <a:cxn ang="f30">
                    <a:pos x="f53" y="f54"/>
                  </a:cxn>
                  <a:cxn ang="f30">
                    <a:pos x="f55" y="f52"/>
                  </a:cxn>
                  <a:cxn ang="f30">
                    <a:pos x="f53" y="f56"/>
                  </a:cxn>
                  <a:cxn ang="f30">
                    <a:pos x="f51" y="f52"/>
                  </a:cxn>
                </a:cxnLst>
                <a:rect l="f47" t="f50" r="f48" b="f49"/>
                <a:pathLst>
                  <a:path w="14097" h="14096">
                    <a:moveTo>
                      <a:pt x="f6" y="f8"/>
                    </a:moveTo>
                    <a:cubicBezTo>
                      <a:pt x="f6" y="f9"/>
                      <a:pt x="f9" y="f6"/>
                      <a:pt x="f10" y="f6"/>
                    </a:cubicBezTo>
                    <a:cubicBezTo>
                      <a:pt x="f11" y="f6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9" y="f5"/>
                      <a:pt x="f6" y="f11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2" name="Freeform: Shape 4337">
                <a:extLst>
                  <a:ext uri="{FF2B5EF4-FFF2-40B4-BE49-F238E27FC236}">
                    <a16:creationId xmlns:a16="http://schemas.microsoft.com/office/drawing/2014/main" id="{6EE0E376-6DBB-BAAB-27DB-9379777A561C}"/>
                  </a:ext>
                </a:extLst>
              </p:cNvPr>
              <p:cNvSpPr/>
              <p:nvPr/>
            </p:nvSpPr>
            <p:spPr>
              <a:xfrm>
                <a:off x="10980974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3" name="Freeform: Shape 4338">
                <a:extLst>
                  <a:ext uri="{FF2B5EF4-FFF2-40B4-BE49-F238E27FC236}">
                    <a16:creationId xmlns:a16="http://schemas.microsoft.com/office/drawing/2014/main" id="{AF961268-ED5A-2535-AC50-A33948880706}"/>
                  </a:ext>
                </a:extLst>
              </p:cNvPr>
              <p:cNvSpPr/>
              <p:nvPr/>
            </p:nvSpPr>
            <p:spPr>
              <a:xfrm>
                <a:off x="11126620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7049"/>
                  <a:gd name="f11" fmla="val 3143"/>
                  <a:gd name="f12" fmla="val 10859"/>
                  <a:gd name="f13" fmla="+- 0 0 -90"/>
                  <a:gd name="f14" fmla="*/ f3 1 14096"/>
                  <a:gd name="f15" fmla="*/ f4 1 14096"/>
                  <a:gd name="f16" fmla="val f5"/>
                  <a:gd name="f17" fmla="val f6"/>
                  <a:gd name="f18" fmla="*/ f13 f0 1"/>
                  <a:gd name="f19" fmla="+- f17 0 f16"/>
                  <a:gd name="f20" fmla="*/ f18 1 f2"/>
                  <a:gd name="f21" fmla="*/ f19 1 14096"/>
                  <a:gd name="f22" fmla="*/ 14097 f19 1"/>
                  <a:gd name="f23" fmla="*/ 7048 f19 1"/>
                  <a:gd name="f24" fmla="*/ 7049 f19 1"/>
                  <a:gd name="f25" fmla="*/ 0 f19 1"/>
                  <a:gd name="f26" fmla="+- f20 0 f1"/>
                  <a:gd name="f27" fmla="*/ f22 1 14096"/>
                  <a:gd name="f28" fmla="*/ f23 1 14096"/>
                  <a:gd name="f29" fmla="*/ f24 1 14096"/>
                  <a:gd name="f30" fmla="*/ f25 1 14096"/>
                  <a:gd name="f31" fmla="*/ f16 1 f21"/>
                  <a:gd name="f32" fmla="*/ f17 1 f21"/>
                  <a:gd name="f33" fmla="*/ f27 1 f21"/>
                  <a:gd name="f34" fmla="*/ f28 1 f21"/>
                  <a:gd name="f35" fmla="*/ f29 1 f21"/>
                  <a:gd name="f36" fmla="*/ f30 1 f21"/>
                  <a:gd name="f37" fmla="*/ f31 f14 1"/>
                  <a:gd name="f38" fmla="*/ f32 f14 1"/>
                  <a:gd name="f39" fmla="*/ f32 f15 1"/>
                  <a:gd name="f40" fmla="*/ f31 f15 1"/>
                  <a:gd name="f41" fmla="*/ f33 f14 1"/>
                  <a:gd name="f42" fmla="*/ f34 f15 1"/>
                  <a:gd name="f43" fmla="*/ f35 f14 1"/>
                  <a:gd name="f44" fmla="*/ f33 f15 1"/>
                  <a:gd name="f45" fmla="*/ f36 f14 1"/>
                  <a:gd name="f46" fmla="*/ f36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6">
                    <a:pos x="f41" y="f42"/>
                  </a:cxn>
                  <a:cxn ang="f26">
                    <a:pos x="f43" y="f44"/>
                  </a:cxn>
                  <a:cxn ang="f26">
                    <a:pos x="f45" y="f42"/>
                  </a:cxn>
                  <a:cxn ang="f26">
                    <a:pos x="f43" y="f46"/>
                  </a:cxn>
                  <a:cxn ang="f26">
                    <a:pos x="f41" y="f42"/>
                  </a:cxn>
                </a:cxnLst>
                <a:rect l="f37" t="f40" r="f38" b="f39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10" y="f7"/>
                    </a:cubicBezTo>
                    <a:cubicBezTo>
                      <a:pt x="f11" y="f7"/>
                      <a:pt x="f5" y="f9"/>
                      <a:pt x="f5" y="f8"/>
                    </a:cubicBezTo>
                    <a:cubicBezTo>
                      <a:pt x="f5" y="f11"/>
                      <a:pt x="f11" y="f5"/>
                      <a:pt x="f10" y="f5"/>
                    </a:cubicBezTo>
                    <a:cubicBezTo>
                      <a:pt x="f12" y="f5"/>
                      <a:pt x="f7" y="f11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4" name="Freeform: Shape 4339">
                <a:extLst>
                  <a:ext uri="{FF2B5EF4-FFF2-40B4-BE49-F238E27FC236}">
                    <a16:creationId xmlns:a16="http://schemas.microsoft.com/office/drawing/2014/main" id="{FF73DCA3-D9CE-7E90-8646-96927F6823DE}"/>
                  </a:ext>
                </a:extLst>
              </p:cNvPr>
              <p:cNvSpPr/>
              <p:nvPr/>
            </p:nvSpPr>
            <p:spPr>
              <a:xfrm>
                <a:off x="11272037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5" name="Freeform: Shape 4340">
                <a:extLst>
                  <a:ext uri="{FF2B5EF4-FFF2-40B4-BE49-F238E27FC236}">
                    <a16:creationId xmlns:a16="http://schemas.microsoft.com/office/drawing/2014/main" id="{ADBE0A96-A84E-FBFD-B6DA-21350AFBFB4A}"/>
                  </a:ext>
                </a:extLst>
              </p:cNvPr>
              <p:cNvSpPr/>
              <p:nvPr/>
            </p:nvSpPr>
            <p:spPr>
              <a:xfrm>
                <a:off x="11417692" y="6176067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val 10858"/>
                  <a:gd name="f12" fmla="+- 0 0 -90"/>
                  <a:gd name="f13" fmla="*/ f3 1 14096"/>
                  <a:gd name="f14" fmla="*/ f4 1 14096"/>
                  <a:gd name="f15" fmla="val f5"/>
                  <a:gd name="f16" fmla="val f6"/>
                  <a:gd name="f17" fmla="*/ f12 f0 1"/>
                  <a:gd name="f18" fmla="+- f16 0 f15"/>
                  <a:gd name="f19" fmla="*/ f17 1 f2"/>
                  <a:gd name="f20" fmla="*/ f18 1 14096"/>
                  <a:gd name="f21" fmla="*/ 14097 f18 1"/>
                  <a:gd name="f22" fmla="*/ 7048 f18 1"/>
                  <a:gd name="f23" fmla="*/ 0 f18 1"/>
                  <a:gd name="f24" fmla="+- f19 0 f1"/>
                  <a:gd name="f25" fmla="*/ f21 1 14096"/>
                  <a:gd name="f26" fmla="*/ f22 1 14096"/>
                  <a:gd name="f27" fmla="*/ f23 1 14096"/>
                  <a:gd name="f28" fmla="*/ f15 1 f20"/>
                  <a:gd name="f29" fmla="*/ f16 1 f20"/>
                  <a:gd name="f30" fmla="*/ f25 1 f20"/>
                  <a:gd name="f31" fmla="*/ f26 1 f20"/>
                  <a:gd name="f32" fmla="*/ f27 1 f20"/>
                  <a:gd name="f33" fmla="*/ f28 f13 1"/>
                  <a:gd name="f34" fmla="*/ f29 f13 1"/>
                  <a:gd name="f35" fmla="*/ f29 f14 1"/>
                  <a:gd name="f36" fmla="*/ f28 f14 1"/>
                  <a:gd name="f37" fmla="*/ f30 f13 1"/>
                  <a:gd name="f38" fmla="*/ f31 f14 1"/>
                  <a:gd name="f39" fmla="*/ f31 f13 1"/>
                  <a:gd name="f40" fmla="*/ f30 f14 1"/>
                  <a:gd name="f41" fmla="*/ f32 f13 1"/>
                  <a:gd name="f42" fmla="*/ f32 f1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4">
                    <a:pos x="f37" y="f38"/>
                  </a:cxn>
                  <a:cxn ang="f24">
                    <a:pos x="f39" y="f40"/>
                  </a:cxn>
                  <a:cxn ang="f24">
                    <a:pos x="f41" y="f38"/>
                  </a:cxn>
                  <a:cxn ang="f24">
                    <a:pos x="f39" y="f42"/>
                  </a:cxn>
                  <a:cxn ang="f24">
                    <a:pos x="f37" y="f38"/>
                  </a:cxn>
                </a:cxnLst>
                <a:rect l="f33" t="f36" r="f34" b="f35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11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6" name="Freeform: Shape 4341">
                <a:extLst>
                  <a:ext uri="{FF2B5EF4-FFF2-40B4-BE49-F238E27FC236}">
                    <a16:creationId xmlns:a16="http://schemas.microsoft.com/office/drawing/2014/main" id="{232C4272-DE55-8635-AF0B-7141A8E02528}"/>
                  </a:ext>
                </a:extLst>
              </p:cNvPr>
              <p:cNvSpPr/>
              <p:nvPr/>
            </p:nvSpPr>
            <p:spPr>
              <a:xfrm>
                <a:off x="11563109" y="6176086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54"/>
                  <a:gd name="f10" fmla="val 3143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7" name="Freeform: Shape 4342">
                <a:extLst>
                  <a:ext uri="{FF2B5EF4-FFF2-40B4-BE49-F238E27FC236}">
                    <a16:creationId xmlns:a16="http://schemas.microsoft.com/office/drawing/2014/main" id="{0D2D7748-7D5E-C531-BD20-6D26F6B199CC}"/>
                  </a:ext>
                </a:extLst>
              </p:cNvPr>
              <p:cNvSpPr/>
              <p:nvPr/>
            </p:nvSpPr>
            <p:spPr>
              <a:xfrm>
                <a:off x="10835548" y="632173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7"/>
                  <a:gd name="f7" fmla="val 14099"/>
                  <a:gd name="f8" fmla="val 7051"/>
                  <a:gd name="f9" fmla="val 10956"/>
                  <a:gd name="f10" fmla="val 10954"/>
                  <a:gd name="f11" fmla="val 7049"/>
                  <a:gd name="f12" fmla="val 3143"/>
                  <a:gd name="f13" fmla="val 3145"/>
                  <a:gd name="f14" fmla="val 2"/>
                  <a:gd name="f15" fmla="val -93"/>
                  <a:gd name="f16" fmla="+- 0 0 -90"/>
                  <a:gd name="f17" fmla="*/ f3 1 14097"/>
                  <a:gd name="f18" fmla="*/ f4 1 14099"/>
                  <a:gd name="f19" fmla="val f5"/>
                  <a:gd name="f20" fmla="val f6"/>
                  <a:gd name="f21" fmla="val f7"/>
                  <a:gd name="f22" fmla="*/ f16 f0 1"/>
                  <a:gd name="f23" fmla="+- f21 0 f19"/>
                  <a:gd name="f24" fmla="+- f20 0 f19"/>
                  <a:gd name="f25" fmla="*/ f22 1 f2"/>
                  <a:gd name="f26" fmla="*/ f24 1 14097"/>
                  <a:gd name="f27" fmla="*/ f23 1 14099"/>
                  <a:gd name="f28" fmla="*/ 14097 f24 1"/>
                  <a:gd name="f29" fmla="*/ 7051 f23 1"/>
                  <a:gd name="f30" fmla="*/ 7049 f24 1"/>
                  <a:gd name="f31" fmla="*/ 14099 f23 1"/>
                  <a:gd name="f32" fmla="*/ 0 f24 1"/>
                  <a:gd name="f33" fmla="*/ 2 f23 1"/>
                  <a:gd name="f34" fmla="+- f25 0 f1"/>
                  <a:gd name="f35" fmla="*/ f28 1 14097"/>
                  <a:gd name="f36" fmla="*/ f29 1 14099"/>
                  <a:gd name="f37" fmla="*/ f30 1 14097"/>
                  <a:gd name="f38" fmla="*/ f31 1 14099"/>
                  <a:gd name="f39" fmla="*/ f32 1 14097"/>
                  <a:gd name="f40" fmla="*/ f33 1 14099"/>
                  <a:gd name="f41" fmla="*/ f19 1 f26"/>
                  <a:gd name="f42" fmla="*/ f20 1 f26"/>
                  <a:gd name="f43" fmla="*/ f19 1 f27"/>
                  <a:gd name="f44" fmla="*/ f21 1 f27"/>
                  <a:gd name="f45" fmla="*/ f35 1 f26"/>
                  <a:gd name="f46" fmla="*/ f36 1 f27"/>
                  <a:gd name="f47" fmla="*/ f37 1 f26"/>
                  <a:gd name="f48" fmla="*/ f38 1 f27"/>
                  <a:gd name="f49" fmla="*/ f39 1 f26"/>
                  <a:gd name="f50" fmla="*/ f40 1 f27"/>
                  <a:gd name="f51" fmla="*/ f41 f17 1"/>
                  <a:gd name="f52" fmla="*/ f42 f17 1"/>
                  <a:gd name="f53" fmla="*/ f44 f18 1"/>
                  <a:gd name="f54" fmla="*/ f43 f18 1"/>
                  <a:gd name="f55" fmla="*/ f45 f17 1"/>
                  <a:gd name="f56" fmla="*/ f46 f18 1"/>
                  <a:gd name="f57" fmla="*/ f47 f17 1"/>
                  <a:gd name="f58" fmla="*/ f48 f18 1"/>
                  <a:gd name="f59" fmla="*/ f49 f17 1"/>
                  <a:gd name="f60" fmla="*/ f50 f1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4">
                    <a:pos x="f55" y="f56"/>
                  </a:cxn>
                  <a:cxn ang="f34">
                    <a:pos x="f57" y="f58"/>
                  </a:cxn>
                  <a:cxn ang="f34">
                    <a:pos x="f59" y="f56"/>
                  </a:cxn>
                  <a:cxn ang="f34">
                    <a:pos x="f57" y="f60"/>
                  </a:cxn>
                  <a:cxn ang="f34">
                    <a:pos x="f55" y="f56"/>
                  </a:cxn>
                </a:cxnLst>
                <a:rect l="f51" t="f54" r="f52" b="f53"/>
                <a:pathLst>
                  <a:path w="14097" h="14099">
                    <a:moveTo>
                      <a:pt x="f6" y="f8"/>
                    </a:moveTo>
                    <a:cubicBezTo>
                      <a:pt x="f6" y="f9"/>
                      <a:pt x="f10" y="f7"/>
                      <a:pt x="f11" y="f7"/>
                    </a:cubicBezTo>
                    <a:cubicBezTo>
                      <a:pt x="f12" y="f7"/>
                      <a:pt x="f5" y="f9"/>
                      <a:pt x="f5" y="f8"/>
                    </a:cubicBezTo>
                    <a:cubicBezTo>
                      <a:pt x="f5" y="f13"/>
                      <a:pt x="f12" y="f14"/>
                      <a:pt x="f11" y="f14"/>
                    </a:cubicBezTo>
                    <a:cubicBezTo>
                      <a:pt x="f10" y="f15"/>
                      <a:pt x="f6" y="f13"/>
                      <a:pt x="f6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8" name="Freeform: Shape 4343">
                <a:extLst>
                  <a:ext uri="{FF2B5EF4-FFF2-40B4-BE49-F238E27FC236}">
                    <a16:creationId xmlns:a16="http://schemas.microsoft.com/office/drawing/2014/main" id="{53EF5D48-95A9-0CC3-7E06-BA28FAF647AA}"/>
                  </a:ext>
                </a:extLst>
              </p:cNvPr>
              <p:cNvSpPr/>
              <p:nvPr/>
            </p:nvSpPr>
            <p:spPr>
              <a:xfrm>
                <a:off x="10980956" y="632173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59" name="Freeform: Shape 4344">
                <a:extLst>
                  <a:ext uri="{FF2B5EF4-FFF2-40B4-BE49-F238E27FC236}">
                    <a16:creationId xmlns:a16="http://schemas.microsoft.com/office/drawing/2014/main" id="{655DF461-8F2A-A55B-D74A-323DFC226D5B}"/>
                  </a:ext>
                </a:extLst>
              </p:cNvPr>
              <p:cNvSpPr/>
              <p:nvPr/>
            </p:nvSpPr>
            <p:spPr>
              <a:xfrm>
                <a:off x="11126611" y="6321731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9"/>
                  <a:gd name="f13" fmla="val 3143"/>
                  <a:gd name="f14" fmla="val 3145"/>
                  <a:gd name="f15" fmla="val 2"/>
                  <a:gd name="f16" fmla="val 10859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9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60" name="Freeform: Shape 4345">
                <a:extLst>
                  <a:ext uri="{FF2B5EF4-FFF2-40B4-BE49-F238E27FC236}">
                    <a16:creationId xmlns:a16="http://schemas.microsoft.com/office/drawing/2014/main" id="{D6344CC7-3AD1-017D-298D-61F70337C9AE}"/>
                  </a:ext>
                </a:extLst>
              </p:cNvPr>
              <p:cNvSpPr/>
              <p:nvPr/>
            </p:nvSpPr>
            <p:spPr>
              <a:xfrm>
                <a:off x="11272046" y="632164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-93"/>
                  <a:gd name="f17" fmla="+- 0 0 -90"/>
                  <a:gd name="f18" fmla="*/ f3 1 14096"/>
                  <a:gd name="f19" fmla="*/ f4 1 14099"/>
                  <a:gd name="f20" fmla="val f5"/>
                  <a:gd name="f21" fmla="val f6"/>
                  <a:gd name="f22" fmla="val f7"/>
                  <a:gd name="f23" fmla="*/ f17 f0 1"/>
                  <a:gd name="f24" fmla="+- f22 0 f20"/>
                  <a:gd name="f25" fmla="+- f21 0 f20"/>
                  <a:gd name="f26" fmla="*/ f23 1 f2"/>
                  <a:gd name="f27" fmla="*/ f25 1 14096"/>
                  <a:gd name="f28" fmla="*/ f24 1 14099"/>
                  <a:gd name="f29" fmla="*/ 14097 f25 1"/>
                  <a:gd name="f30" fmla="*/ 7051 f24 1"/>
                  <a:gd name="f31" fmla="*/ 7048 f25 1"/>
                  <a:gd name="f32" fmla="*/ 14099 f24 1"/>
                  <a:gd name="f33" fmla="*/ 0 f25 1"/>
                  <a:gd name="f34" fmla="*/ 2 f24 1"/>
                  <a:gd name="f35" fmla="+- f26 0 f1"/>
                  <a:gd name="f36" fmla="*/ f29 1 14096"/>
                  <a:gd name="f37" fmla="*/ f30 1 14099"/>
                  <a:gd name="f38" fmla="*/ f31 1 14096"/>
                  <a:gd name="f39" fmla="*/ f32 1 14099"/>
                  <a:gd name="f40" fmla="*/ f33 1 14096"/>
                  <a:gd name="f41" fmla="*/ f34 1 14099"/>
                  <a:gd name="f42" fmla="*/ f20 1 f27"/>
                  <a:gd name="f43" fmla="*/ f21 1 f27"/>
                  <a:gd name="f44" fmla="*/ f20 1 f28"/>
                  <a:gd name="f45" fmla="*/ f22 1 f28"/>
                  <a:gd name="f46" fmla="*/ f36 1 f27"/>
                  <a:gd name="f47" fmla="*/ f37 1 f28"/>
                  <a:gd name="f48" fmla="*/ f38 1 f27"/>
                  <a:gd name="f49" fmla="*/ f39 1 f28"/>
                  <a:gd name="f50" fmla="*/ f40 1 f27"/>
                  <a:gd name="f51" fmla="*/ f41 1 f28"/>
                  <a:gd name="f52" fmla="*/ f42 f18 1"/>
                  <a:gd name="f53" fmla="*/ f43 f18 1"/>
                  <a:gd name="f54" fmla="*/ f45 f19 1"/>
                  <a:gd name="f55" fmla="*/ f44 f19 1"/>
                  <a:gd name="f56" fmla="*/ f46 f18 1"/>
                  <a:gd name="f57" fmla="*/ f47 f19 1"/>
                  <a:gd name="f58" fmla="*/ f48 f18 1"/>
                  <a:gd name="f59" fmla="*/ f49 f19 1"/>
                  <a:gd name="f60" fmla="*/ f50 f18 1"/>
                  <a:gd name="f61" fmla="*/ f51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5">
                    <a:pos x="f56" y="f57"/>
                  </a:cxn>
                  <a:cxn ang="f35">
                    <a:pos x="f58" y="f59"/>
                  </a:cxn>
                  <a:cxn ang="f35">
                    <a:pos x="f60" y="f57"/>
                  </a:cxn>
                  <a:cxn ang="f35">
                    <a:pos x="f58" y="f61"/>
                  </a:cxn>
                  <a:cxn ang="f35">
                    <a:pos x="f56" y="f57"/>
                  </a:cxn>
                </a:cxnLst>
                <a:rect l="f52" t="f55" r="f53" b="f54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1" y="f16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61" name="Freeform: Shape 4346">
                <a:extLst>
                  <a:ext uri="{FF2B5EF4-FFF2-40B4-BE49-F238E27FC236}">
                    <a16:creationId xmlns:a16="http://schemas.microsoft.com/office/drawing/2014/main" id="{5414C018-6108-157B-B98A-E403AA9BFBA1}"/>
                  </a:ext>
                </a:extLst>
              </p:cNvPr>
              <p:cNvSpPr/>
              <p:nvPr/>
            </p:nvSpPr>
            <p:spPr>
              <a:xfrm>
                <a:off x="11417737" y="6321750"/>
                <a:ext cx="34655" cy="34664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9"/>
                  <a:gd name="f8" fmla="val 14097"/>
                  <a:gd name="f9" fmla="val 7051"/>
                  <a:gd name="f10" fmla="val 10956"/>
                  <a:gd name="f11" fmla="val 10954"/>
                  <a:gd name="f12" fmla="val 7048"/>
                  <a:gd name="f13" fmla="val 3143"/>
                  <a:gd name="f14" fmla="val 3145"/>
                  <a:gd name="f15" fmla="val 2"/>
                  <a:gd name="f16" fmla="val 10858"/>
                  <a:gd name="f17" fmla="val -93"/>
                  <a:gd name="f18" fmla="+- 0 0 -90"/>
                  <a:gd name="f19" fmla="*/ f3 1 14096"/>
                  <a:gd name="f20" fmla="*/ f4 1 14099"/>
                  <a:gd name="f21" fmla="val f5"/>
                  <a:gd name="f22" fmla="val f6"/>
                  <a:gd name="f23" fmla="val f7"/>
                  <a:gd name="f24" fmla="*/ f18 f0 1"/>
                  <a:gd name="f25" fmla="+- f23 0 f21"/>
                  <a:gd name="f26" fmla="+- f22 0 f21"/>
                  <a:gd name="f27" fmla="*/ f24 1 f2"/>
                  <a:gd name="f28" fmla="*/ f26 1 14096"/>
                  <a:gd name="f29" fmla="*/ f25 1 14099"/>
                  <a:gd name="f30" fmla="*/ 14097 f26 1"/>
                  <a:gd name="f31" fmla="*/ 7051 f25 1"/>
                  <a:gd name="f32" fmla="*/ 7048 f26 1"/>
                  <a:gd name="f33" fmla="*/ 14099 f25 1"/>
                  <a:gd name="f34" fmla="*/ 0 f26 1"/>
                  <a:gd name="f35" fmla="*/ 2 f25 1"/>
                  <a:gd name="f36" fmla="+- f27 0 f1"/>
                  <a:gd name="f37" fmla="*/ f30 1 14096"/>
                  <a:gd name="f38" fmla="*/ f31 1 14099"/>
                  <a:gd name="f39" fmla="*/ f32 1 14096"/>
                  <a:gd name="f40" fmla="*/ f33 1 14099"/>
                  <a:gd name="f41" fmla="*/ f34 1 14096"/>
                  <a:gd name="f42" fmla="*/ f35 1 14099"/>
                  <a:gd name="f43" fmla="*/ f21 1 f28"/>
                  <a:gd name="f44" fmla="*/ f22 1 f28"/>
                  <a:gd name="f45" fmla="*/ f21 1 f29"/>
                  <a:gd name="f46" fmla="*/ f23 1 f29"/>
                  <a:gd name="f47" fmla="*/ f37 1 f28"/>
                  <a:gd name="f48" fmla="*/ f38 1 f29"/>
                  <a:gd name="f49" fmla="*/ f39 1 f28"/>
                  <a:gd name="f50" fmla="*/ f40 1 f29"/>
                  <a:gd name="f51" fmla="*/ f41 1 f28"/>
                  <a:gd name="f52" fmla="*/ f42 1 f29"/>
                  <a:gd name="f53" fmla="*/ f43 f19 1"/>
                  <a:gd name="f54" fmla="*/ f44 f19 1"/>
                  <a:gd name="f55" fmla="*/ f46 f20 1"/>
                  <a:gd name="f56" fmla="*/ f45 f20 1"/>
                  <a:gd name="f57" fmla="*/ f47 f19 1"/>
                  <a:gd name="f58" fmla="*/ f48 f20 1"/>
                  <a:gd name="f59" fmla="*/ f49 f19 1"/>
                  <a:gd name="f60" fmla="*/ f50 f20 1"/>
                  <a:gd name="f61" fmla="*/ f51 f19 1"/>
                  <a:gd name="f62" fmla="*/ f52 f2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6">
                    <a:pos x="f57" y="f58"/>
                  </a:cxn>
                  <a:cxn ang="f36">
                    <a:pos x="f59" y="f60"/>
                  </a:cxn>
                  <a:cxn ang="f36">
                    <a:pos x="f61" y="f58"/>
                  </a:cxn>
                  <a:cxn ang="f36">
                    <a:pos x="f59" y="f62"/>
                  </a:cxn>
                  <a:cxn ang="f36">
                    <a:pos x="f57" y="f58"/>
                  </a:cxn>
                </a:cxnLst>
                <a:rect l="f53" t="f56" r="f54" b="f55"/>
                <a:pathLst>
                  <a:path w="14096" h="14099">
                    <a:moveTo>
                      <a:pt x="f8" y="f9"/>
                    </a:moveTo>
                    <a:cubicBezTo>
                      <a:pt x="f8" y="f10"/>
                      <a:pt x="f11" y="f7"/>
                      <a:pt x="f12" y="f7"/>
                    </a:cubicBezTo>
                    <a:cubicBezTo>
                      <a:pt x="f13" y="f7"/>
                      <a:pt x="f5" y="f10"/>
                      <a:pt x="f5" y="f9"/>
                    </a:cubicBezTo>
                    <a:cubicBezTo>
                      <a:pt x="f5" y="f14"/>
                      <a:pt x="f13" y="f15"/>
                      <a:pt x="f12" y="f15"/>
                    </a:cubicBezTo>
                    <a:cubicBezTo>
                      <a:pt x="f16" y="f17"/>
                      <a:pt x="f8" y="f14"/>
                      <a:pt x="f8" y="f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  <p:sp>
            <p:nvSpPr>
              <p:cNvPr id="362" name="Freeform: Shape 4347">
                <a:extLst>
                  <a:ext uri="{FF2B5EF4-FFF2-40B4-BE49-F238E27FC236}">
                    <a16:creationId xmlns:a16="http://schemas.microsoft.com/office/drawing/2014/main" id="{437C7291-0E99-886E-8253-D007165F564E}"/>
                  </a:ext>
                </a:extLst>
              </p:cNvPr>
              <p:cNvSpPr/>
              <p:nvPr/>
            </p:nvSpPr>
            <p:spPr>
              <a:xfrm>
                <a:off x="11563127" y="6321740"/>
                <a:ext cx="34655" cy="34655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14096"/>
                  <a:gd name="f7" fmla="val 14097"/>
                  <a:gd name="f8" fmla="val 7048"/>
                  <a:gd name="f9" fmla="val 10941"/>
                  <a:gd name="f10" fmla="val 3156"/>
                  <a:gd name="f11" fmla="+- 0 0 -90"/>
                  <a:gd name="f12" fmla="*/ f3 1 14096"/>
                  <a:gd name="f13" fmla="*/ f4 1 14096"/>
                  <a:gd name="f14" fmla="val f5"/>
                  <a:gd name="f15" fmla="val f6"/>
                  <a:gd name="f16" fmla="*/ f11 f0 1"/>
                  <a:gd name="f17" fmla="+- f15 0 f14"/>
                  <a:gd name="f18" fmla="*/ f16 1 f2"/>
                  <a:gd name="f19" fmla="*/ f17 1 14096"/>
                  <a:gd name="f20" fmla="*/ 14097 f17 1"/>
                  <a:gd name="f21" fmla="*/ 7048 f17 1"/>
                  <a:gd name="f22" fmla="*/ 0 f17 1"/>
                  <a:gd name="f23" fmla="+- f18 0 f1"/>
                  <a:gd name="f24" fmla="*/ f20 1 14096"/>
                  <a:gd name="f25" fmla="*/ f21 1 14096"/>
                  <a:gd name="f26" fmla="*/ f22 1 14096"/>
                  <a:gd name="f27" fmla="*/ f14 1 f19"/>
                  <a:gd name="f28" fmla="*/ f15 1 f19"/>
                  <a:gd name="f29" fmla="*/ f24 1 f19"/>
                  <a:gd name="f30" fmla="*/ f25 1 f19"/>
                  <a:gd name="f31" fmla="*/ f26 1 f19"/>
                  <a:gd name="f32" fmla="*/ f27 f12 1"/>
                  <a:gd name="f33" fmla="*/ f28 f12 1"/>
                  <a:gd name="f34" fmla="*/ f28 f13 1"/>
                  <a:gd name="f35" fmla="*/ f27 f13 1"/>
                  <a:gd name="f36" fmla="*/ f29 f12 1"/>
                  <a:gd name="f37" fmla="*/ f30 f13 1"/>
                  <a:gd name="f38" fmla="*/ f30 f12 1"/>
                  <a:gd name="f39" fmla="*/ f29 f13 1"/>
                  <a:gd name="f40" fmla="*/ f31 f12 1"/>
                  <a:gd name="f41" fmla="*/ f31 f1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3">
                    <a:pos x="f36" y="f37"/>
                  </a:cxn>
                  <a:cxn ang="f23">
                    <a:pos x="f38" y="f39"/>
                  </a:cxn>
                  <a:cxn ang="f23">
                    <a:pos x="f40" y="f37"/>
                  </a:cxn>
                  <a:cxn ang="f23">
                    <a:pos x="f38" y="f41"/>
                  </a:cxn>
                  <a:cxn ang="f23">
                    <a:pos x="f36" y="f37"/>
                  </a:cxn>
                </a:cxnLst>
                <a:rect l="f32" t="f35" r="f33" b="f34"/>
                <a:pathLst>
                  <a:path w="14096" h="14096">
                    <a:moveTo>
                      <a:pt x="f7" y="f8"/>
                    </a:moveTo>
                    <a:cubicBezTo>
                      <a:pt x="f7" y="f9"/>
                      <a:pt x="f9" y="f7"/>
                      <a:pt x="f8" y="f7"/>
                    </a:cubicBezTo>
                    <a:cubicBezTo>
                      <a:pt x="f10" y="f7"/>
                      <a:pt x="f5" y="f9"/>
                      <a:pt x="f5" y="f8"/>
                    </a:cubicBezTo>
                    <a:cubicBezTo>
                      <a:pt x="f5" y="f10"/>
                      <a:pt x="f10" y="f5"/>
                      <a:pt x="f8" y="f5"/>
                    </a:cubicBezTo>
                    <a:cubicBezTo>
                      <a:pt x="f9" y="f5"/>
                      <a:pt x="f7" y="f10"/>
                      <a:pt x="f7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Source Sans Pro"/>
                </a:endParaRPr>
              </a:p>
            </p:txBody>
          </p:sp>
        </p:grpSp>
      </p:grpSp>
      <p:pic>
        <p:nvPicPr>
          <p:cNvPr id="365" name="t-spin">
            <a:hlinkClick r:id="" action="ppaction://media"/>
            <a:extLst>
              <a:ext uri="{FF2B5EF4-FFF2-40B4-BE49-F238E27FC236}">
                <a16:creationId xmlns:a16="http://schemas.microsoft.com/office/drawing/2014/main" id="{FB873A15-783F-208F-2ECC-4B189650264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93575" y="2650066"/>
            <a:ext cx="3630414" cy="2722563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0" fill="hold"/>
                                        <p:tgtEl>
                                          <p:spTgt spid="3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6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74">
            <a:extLst>
              <a:ext uri="{FF2B5EF4-FFF2-40B4-BE49-F238E27FC236}">
                <a16:creationId xmlns:a16="http://schemas.microsoft.com/office/drawing/2014/main" id="{F873DD3A-9645-59E8-3F32-6E998E39EA52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10B8C204-05EE-25FB-7D26-322E5DE5E3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56785" y="396118"/>
            <a:ext cx="5217173" cy="1158855"/>
          </a:xfrm>
        </p:spPr>
        <p:txBody>
          <a:bodyPr anchor="b"/>
          <a:lstStyle/>
          <a:p>
            <a:pPr lvl="0"/>
            <a:r>
              <a:rPr lang="nl-NL" dirty="0"/>
              <a:t>Technieken</a:t>
            </a:r>
          </a:p>
        </p:txBody>
      </p:sp>
      <p:grpSp>
        <p:nvGrpSpPr>
          <p:cNvPr id="4" name="Graphic 38">
            <a:extLst>
              <a:ext uri="{FF2B5EF4-FFF2-40B4-BE49-F238E27FC236}">
                <a16:creationId xmlns:a16="http://schemas.microsoft.com/office/drawing/2014/main" id="{CC09E1D5-CD42-EB5E-ADB1-7E9A9D807561}"/>
              </a:ext>
            </a:extLst>
          </p:cNvPr>
          <p:cNvGrpSpPr/>
          <p:nvPr/>
        </p:nvGrpSpPr>
        <p:grpSpPr>
          <a:xfrm>
            <a:off x="496583" y="975545"/>
            <a:ext cx="1910254" cy="709665"/>
            <a:chOff x="496583" y="975545"/>
            <a:chExt cx="1910254" cy="709665"/>
          </a:xfrm>
        </p:grpSpPr>
        <p:sp>
          <p:nvSpPr>
            <p:cNvPr id="5" name="Freeform: Shape 7177">
              <a:extLst>
                <a:ext uri="{FF2B5EF4-FFF2-40B4-BE49-F238E27FC236}">
                  <a16:creationId xmlns:a16="http://schemas.microsoft.com/office/drawing/2014/main" id="{6122EF44-1E5B-C3C1-FD44-607EAA856F89}"/>
                </a:ext>
              </a:extLst>
            </p:cNvPr>
            <p:cNvSpPr/>
            <p:nvPr/>
          </p:nvSpPr>
          <p:spPr>
            <a:xfrm>
              <a:off x="496583" y="975545"/>
              <a:ext cx="1910254" cy="2746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90951"/>
                <a:gd name="f7" fmla="val 286230"/>
                <a:gd name="f8" fmla="val 1489414"/>
                <a:gd name="f9" fmla="val 286231"/>
                <a:gd name="f10" fmla="val 1243712"/>
                <a:gd name="f11" fmla="val 40528"/>
                <a:gd name="f12" fmla="val 995476"/>
                <a:gd name="f13" fmla="val 749773"/>
                <a:gd name="f14" fmla="val 504071"/>
                <a:gd name="f15" fmla="val 255835"/>
                <a:gd name="f16" fmla="val 20264"/>
                <a:gd name="f17" fmla="val 276099"/>
                <a:gd name="f18" fmla="val 245703"/>
                <a:gd name="f19" fmla="val 1735117"/>
                <a:gd name="f20" fmla="val 1990952"/>
                <a:gd name="f21" fmla="val 1973221"/>
                <a:gd name="f22" fmla="+- 0 0 -90"/>
                <a:gd name="f23" fmla="*/ f3 1 1990951"/>
                <a:gd name="f24" fmla="*/ f4 1 286230"/>
                <a:gd name="f25" fmla="val f5"/>
                <a:gd name="f26" fmla="val f6"/>
                <a:gd name="f27" fmla="val f7"/>
                <a:gd name="f28" fmla="*/ f22 f0 1"/>
                <a:gd name="f29" fmla="+- f27 0 f25"/>
                <a:gd name="f30" fmla="+- f26 0 f25"/>
                <a:gd name="f31" fmla="*/ f28 1 f2"/>
                <a:gd name="f32" fmla="*/ f30 1 1990951"/>
                <a:gd name="f33" fmla="*/ f29 1 286230"/>
                <a:gd name="f34" fmla="*/ 1489414 f30 1"/>
                <a:gd name="f35" fmla="*/ 286231 f29 1"/>
                <a:gd name="f36" fmla="*/ 1243712 f30 1"/>
                <a:gd name="f37" fmla="*/ 40528 f29 1"/>
                <a:gd name="f38" fmla="*/ 995476 f30 1"/>
                <a:gd name="f39" fmla="*/ 749773 f30 1"/>
                <a:gd name="f40" fmla="*/ 504071 f30 1"/>
                <a:gd name="f41" fmla="*/ 255835 f30 1"/>
                <a:gd name="f42" fmla="*/ 20264 f30 1"/>
                <a:gd name="f43" fmla="*/ 276099 f29 1"/>
                <a:gd name="f44" fmla="*/ 0 f30 1"/>
                <a:gd name="f45" fmla="*/ 255835 f29 1"/>
                <a:gd name="f46" fmla="*/ 0 f29 1"/>
                <a:gd name="f47" fmla="*/ 245703 f29 1"/>
                <a:gd name="f48" fmla="*/ 1735117 f30 1"/>
                <a:gd name="f49" fmla="*/ 1990952 f30 1"/>
                <a:gd name="f50" fmla="*/ 1973221 f30 1"/>
                <a:gd name="f51" fmla="+- f31 0 f1"/>
                <a:gd name="f52" fmla="*/ f34 1 1990951"/>
                <a:gd name="f53" fmla="*/ f35 1 286230"/>
                <a:gd name="f54" fmla="*/ f36 1 1990951"/>
                <a:gd name="f55" fmla="*/ f37 1 286230"/>
                <a:gd name="f56" fmla="*/ f38 1 1990951"/>
                <a:gd name="f57" fmla="*/ f39 1 1990951"/>
                <a:gd name="f58" fmla="*/ f40 1 1990951"/>
                <a:gd name="f59" fmla="*/ f41 1 1990951"/>
                <a:gd name="f60" fmla="*/ f42 1 1990951"/>
                <a:gd name="f61" fmla="*/ f43 1 286230"/>
                <a:gd name="f62" fmla="*/ f44 1 1990951"/>
                <a:gd name="f63" fmla="*/ f45 1 286230"/>
                <a:gd name="f64" fmla="*/ f46 1 286230"/>
                <a:gd name="f65" fmla="*/ f47 1 286230"/>
                <a:gd name="f66" fmla="*/ f48 1 1990951"/>
                <a:gd name="f67" fmla="*/ f49 1 1990951"/>
                <a:gd name="f68" fmla="*/ f50 1 1990951"/>
                <a:gd name="f69" fmla="*/ f25 1 f32"/>
                <a:gd name="f70" fmla="*/ f26 1 f32"/>
                <a:gd name="f71" fmla="*/ f25 1 f33"/>
                <a:gd name="f72" fmla="*/ f27 1 f33"/>
                <a:gd name="f73" fmla="*/ f52 1 f32"/>
                <a:gd name="f74" fmla="*/ f53 1 f33"/>
                <a:gd name="f75" fmla="*/ f54 1 f32"/>
                <a:gd name="f76" fmla="*/ f55 1 f33"/>
                <a:gd name="f77" fmla="*/ f56 1 f32"/>
                <a:gd name="f78" fmla="*/ f57 1 f32"/>
                <a:gd name="f79" fmla="*/ f58 1 f32"/>
                <a:gd name="f80" fmla="*/ f59 1 f32"/>
                <a:gd name="f81" fmla="*/ f60 1 f32"/>
                <a:gd name="f82" fmla="*/ f61 1 f33"/>
                <a:gd name="f83" fmla="*/ f62 1 f32"/>
                <a:gd name="f84" fmla="*/ f63 1 f33"/>
                <a:gd name="f85" fmla="*/ f64 1 f33"/>
                <a:gd name="f86" fmla="*/ f65 1 f33"/>
                <a:gd name="f87" fmla="*/ f66 1 f32"/>
                <a:gd name="f88" fmla="*/ f67 1 f32"/>
                <a:gd name="f89" fmla="*/ f68 1 f32"/>
                <a:gd name="f90" fmla="*/ f69 f23 1"/>
                <a:gd name="f91" fmla="*/ f70 f23 1"/>
                <a:gd name="f92" fmla="*/ f72 f24 1"/>
                <a:gd name="f93" fmla="*/ f71 f24 1"/>
                <a:gd name="f94" fmla="*/ f73 f23 1"/>
                <a:gd name="f95" fmla="*/ f74 f24 1"/>
                <a:gd name="f96" fmla="*/ f75 f23 1"/>
                <a:gd name="f97" fmla="*/ f76 f24 1"/>
                <a:gd name="f98" fmla="*/ f77 f23 1"/>
                <a:gd name="f99" fmla="*/ f78 f23 1"/>
                <a:gd name="f100" fmla="*/ f79 f23 1"/>
                <a:gd name="f101" fmla="*/ f80 f23 1"/>
                <a:gd name="f102" fmla="*/ f81 f23 1"/>
                <a:gd name="f103" fmla="*/ f82 f24 1"/>
                <a:gd name="f104" fmla="*/ f83 f23 1"/>
                <a:gd name="f105" fmla="*/ f84 f24 1"/>
                <a:gd name="f106" fmla="*/ f85 f24 1"/>
                <a:gd name="f107" fmla="*/ f86 f24 1"/>
                <a:gd name="f108" fmla="*/ f87 f23 1"/>
                <a:gd name="f109" fmla="*/ f88 f23 1"/>
                <a:gd name="f110" fmla="*/ f89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4" y="f95"/>
                </a:cxn>
                <a:cxn ang="f51">
                  <a:pos x="f96" y="f97"/>
                </a:cxn>
                <a:cxn ang="f51">
                  <a:pos x="f98" y="f95"/>
                </a:cxn>
                <a:cxn ang="f51">
                  <a:pos x="f99" y="f97"/>
                </a:cxn>
                <a:cxn ang="f51">
                  <a:pos x="f100" y="f95"/>
                </a:cxn>
                <a:cxn ang="f51">
                  <a:pos x="f101" y="f97"/>
                </a:cxn>
                <a:cxn ang="f51">
                  <a:pos x="f102" y="f103"/>
                </a:cxn>
                <a:cxn ang="f51">
                  <a:pos x="f104" y="f105"/>
                </a:cxn>
                <a:cxn ang="f51">
                  <a:pos x="f101" y="f106"/>
                </a:cxn>
                <a:cxn ang="f51">
                  <a:pos x="f100" y="f107"/>
                </a:cxn>
                <a:cxn ang="f51">
                  <a:pos x="f99" y="f106"/>
                </a:cxn>
                <a:cxn ang="f51">
                  <a:pos x="f98" y="f107"/>
                </a:cxn>
                <a:cxn ang="f51">
                  <a:pos x="f96" y="f106"/>
                </a:cxn>
                <a:cxn ang="f51">
                  <a:pos x="f94" y="f107"/>
                </a:cxn>
                <a:cxn ang="f51">
                  <a:pos x="f108" y="f106"/>
                </a:cxn>
                <a:cxn ang="f51">
                  <a:pos x="f109" y="f105"/>
                </a:cxn>
                <a:cxn ang="f51">
                  <a:pos x="f110" y="f103"/>
                </a:cxn>
                <a:cxn ang="f51">
                  <a:pos x="f108" y="f97"/>
                </a:cxn>
              </a:cxnLst>
              <a:rect l="f90" t="f93" r="f91" b="f92"/>
              <a:pathLst>
                <a:path w="1990951" h="286230">
                  <a:moveTo>
                    <a:pt x="f8" y="f9"/>
                  </a:moveTo>
                  <a:lnTo>
                    <a:pt x="f10" y="f11"/>
                  </a:lnTo>
                  <a:lnTo>
                    <a:pt x="f12" y="f9"/>
                  </a:lnTo>
                  <a:lnTo>
                    <a:pt x="f13" y="f11"/>
                  </a:lnTo>
                  <a:lnTo>
                    <a:pt x="f14" y="f9"/>
                  </a:lnTo>
                  <a:lnTo>
                    <a:pt x="f15" y="f11"/>
                  </a:lnTo>
                  <a:lnTo>
                    <a:pt x="f16" y="f17"/>
                  </a:lnTo>
                  <a:lnTo>
                    <a:pt x="f5" y="f15"/>
                  </a:lnTo>
                  <a:lnTo>
                    <a:pt x="f15" y="f5"/>
                  </a:lnTo>
                  <a:lnTo>
                    <a:pt x="f14" y="f18"/>
                  </a:lnTo>
                  <a:lnTo>
                    <a:pt x="f13" y="f5"/>
                  </a:lnTo>
                  <a:lnTo>
                    <a:pt x="f12" y="f18"/>
                  </a:lnTo>
                  <a:lnTo>
                    <a:pt x="f10" y="f5"/>
                  </a:lnTo>
                  <a:lnTo>
                    <a:pt x="f8" y="f18"/>
                  </a:lnTo>
                  <a:lnTo>
                    <a:pt x="f19" y="f5"/>
                  </a:lnTo>
                  <a:lnTo>
                    <a:pt x="f20" y="f15"/>
                  </a:lnTo>
                  <a:lnTo>
                    <a:pt x="f21" y="f17"/>
                  </a:lnTo>
                  <a:lnTo>
                    <a:pt x="f19" y="f1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7178">
              <a:extLst>
                <a:ext uri="{FF2B5EF4-FFF2-40B4-BE49-F238E27FC236}">
                  <a16:creationId xmlns:a16="http://schemas.microsoft.com/office/drawing/2014/main" id="{76B771E9-B2FD-ECDC-B919-11863D18090F}"/>
                </a:ext>
              </a:extLst>
            </p:cNvPr>
            <p:cNvSpPr/>
            <p:nvPr/>
          </p:nvSpPr>
          <p:spPr>
            <a:xfrm>
              <a:off x="496583" y="1410580"/>
              <a:ext cx="1910254" cy="2746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90951"/>
                <a:gd name="f7" fmla="val 286230"/>
                <a:gd name="f8" fmla="val 1489414"/>
                <a:gd name="f9" fmla="val 286231"/>
                <a:gd name="f10" fmla="val 1243712"/>
                <a:gd name="f11" fmla="val 40528"/>
                <a:gd name="f12" fmla="val 995476"/>
                <a:gd name="f13" fmla="val 749773"/>
                <a:gd name="f14" fmla="val 504071"/>
                <a:gd name="f15" fmla="val 255835"/>
                <a:gd name="f16" fmla="val 20264"/>
                <a:gd name="f17" fmla="val 276099"/>
                <a:gd name="f18" fmla="val 258368"/>
                <a:gd name="f19" fmla="val 248236"/>
                <a:gd name="f20" fmla="val 1735117"/>
                <a:gd name="f21" fmla="val 1990952"/>
                <a:gd name="f22" fmla="val 1973221"/>
                <a:gd name="f23" fmla="+- 0 0 -90"/>
                <a:gd name="f24" fmla="*/ f3 1 1990951"/>
                <a:gd name="f25" fmla="*/ f4 1 286230"/>
                <a:gd name="f26" fmla="val f5"/>
                <a:gd name="f27" fmla="val f6"/>
                <a:gd name="f28" fmla="val f7"/>
                <a:gd name="f29" fmla="*/ f23 f0 1"/>
                <a:gd name="f30" fmla="+- f28 0 f26"/>
                <a:gd name="f31" fmla="+- f27 0 f26"/>
                <a:gd name="f32" fmla="*/ f29 1 f2"/>
                <a:gd name="f33" fmla="*/ f31 1 1990951"/>
                <a:gd name="f34" fmla="*/ f30 1 286230"/>
                <a:gd name="f35" fmla="*/ 1489414 f31 1"/>
                <a:gd name="f36" fmla="*/ 286231 f30 1"/>
                <a:gd name="f37" fmla="*/ 1243712 f31 1"/>
                <a:gd name="f38" fmla="*/ 40528 f30 1"/>
                <a:gd name="f39" fmla="*/ 995476 f31 1"/>
                <a:gd name="f40" fmla="*/ 749773 f31 1"/>
                <a:gd name="f41" fmla="*/ 504071 f31 1"/>
                <a:gd name="f42" fmla="*/ 255835 f31 1"/>
                <a:gd name="f43" fmla="*/ 20264 f31 1"/>
                <a:gd name="f44" fmla="*/ 276099 f30 1"/>
                <a:gd name="f45" fmla="*/ 0 f31 1"/>
                <a:gd name="f46" fmla="*/ 258368 f30 1"/>
                <a:gd name="f47" fmla="*/ 0 f30 1"/>
                <a:gd name="f48" fmla="*/ 248236 f30 1"/>
                <a:gd name="f49" fmla="*/ 1735117 f31 1"/>
                <a:gd name="f50" fmla="*/ 1990952 f31 1"/>
                <a:gd name="f51" fmla="*/ 1973221 f31 1"/>
                <a:gd name="f52" fmla="+- f32 0 f1"/>
                <a:gd name="f53" fmla="*/ f35 1 1990951"/>
                <a:gd name="f54" fmla="*/ f36 1 286230"/>
                <a:gd name="f55" fmla="*/ f37 1 1990951"/>
                <a:gd name="f56" fmla="*/ f38 1 286230"/>
                <a:gd name="f57" fmla="*/ f39 1 1990951"/>
                <a:gd name="f58" fmla="*/ f40 1 1990951"/>
                <a:gd name="f59" fmla="*/ f41 1 1990951"/>
                <a:gd name="f60" fmla="*/ f42 1 1990951"/>
                <a:gd name="f61" fmla="*/ f43 1 1990951"/>
                <a:gd name="f62" fmla="*/ f44 1 286230"/>
                <a:gd name="f63" fmla="*/ f45 1 1990951"/>
                <a:gd name="f64" fmla="*/ f46 1 286230"/>
                <a:gd name="f65" fmla="*/ f47 1 286230"/>
                <a:gd name="f66" fmla="*/ f48 1 286230"/>
                <a:gd name="f67" fmla="*/ f49 1 1990951"/>
                <a:gd name="f68" fmla="*/ f50 1 1990951"/>
                <a:gd name="f69" fmla="*/ f51 1 1990951"/>
                <a:gd name="f70" fmla="*/ f26 1 f33"/>
                <a:gd name="f71" fmla="*/ f27 1 f33"/>
                <a:gd name="f72" fmla="*/ f26 1 f34"/>
                <a:gd name="f73" fmla="*/ f28 1 f34"/>
                <a:gd name="f74" fmla="*/ f53 1 f33"/>
                <a:gd name="f75" fmla="*/ f54 1 f34"/>
                <a:gd name="f76" fmla="*/ f55 1 f33"/>
                <a:gd name="f77" fmla="*/ f56 1 f34"/>
                <a:gd name="f78" fmla="*/ f57 1 f33"/>
                <a:gd name="f79" fmla="*/ f58 1 f33"/>
                <a:gd name="f80" fmla="*/ f59 1 f33"/>
                <a:gd name="f81" fmla="*/ f60 1 f33"/>
                <a:gd name="f82" fmla="*/ f61 1 f33"/>
                <a:gd name="f83" fmla="*/ f62 1 f34"/>
                <a:gd name="f84" fmla="*/ f63 1 f33"/>
                <a:gd name="f85" fmla="*/ f64 1 f34"/>
                <a:gd name="f86" fmla="*/ f65 1 f34"/>
                <a:gd name="f87" fmla="*/ f66 1 f34"/>
                <a:gd name="f88" fmla="*/ f67 1 f33"/>
                <a:gd name="f89" fmla="*/ f68 1 f33"/>
                <a:gd name="f90" fmla="*/ f69 1 f33"/>
                <a:gd name="f91" fmla="*/ f70 f24 1"/>
                <a:gd name="f92" fmla="*/ f71 f24 1"/>
                <a:gd name="f93" fmla="*/ f73 f25 1"/>
                <a:gd name="f94" fmla="*/ f72 f25 1"/>
                <a:gd name="f95" fmla="*/ f74 f24 1"/>
                <a:gd name="f96" fmla="*/ f75 f25 1"/>
                <a:gd name="f97" fmla="*/ f76 f24 1"/>
                <a:gd name="f98" fmla="*/ f77 f25 1"/>
                <a:gd name="f99" fmla="*/ f78 f24 1"/>
                <a:gd name="f100" fmla="*/ f79 f24 1"/>
                <a:gd name="f101" fmla="*/ f80 f24 1"/>
                <a:gd name="f102" fmla="*/ f81 f24 1"/>
                <a:gd name="f103" fmla="*/ f82 f24 1"/>
                <a:gd name="f104" fmla="*/ f83 f25 1"/>
                <a:gd name="f105" fmla="*/ f84 f24 1"/>
                <a:gd name="f106" fmla="*/ f85 f25 1"/>
                <a:gd name="f107" fmla="*/ f86 f25 1"/>
                <a:gd name="f108" fmla="*/ f87 f25 1"/>
                <a:gd name="f109" fmla="*/ f88 f24 1"/>
                <a:gd name="f110" fmla="*/ f89 f24 1"/>
                <a:gd name="f111" fmla="*/ f90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2">
                  <a:pos x="f95" y="f96"/>
                </a:cxn>
                <a:cxn ang="f52">
                  <a:pos x="f97" y="f98"/>
                </a:cxn>
                <a:cxn ang="f52">
                  <a:pos x="f99" y="f96"/>
                </a:cxn>
                <a:cxn ang="f52">
                  <a:pos x="f100" y="f98"/>
                </a:cxn>
                <a:cxn ang="f52">
                  <a:pos x="f101" y="f96"/>
                </a:cxn>
                <a:cxn ang="f52">
                  <a:pos x="f102" y="f98"/>
                </a:cxn>
                <a:cxn ang="f52">
                  <a:pos x="f103" y="f104"/>
                </a:cxn>
                <a:cxn ang="f52">
                  <a:pos x="f105" y="f106"/>
                </a:cxn>
                <a:cxn ang="f52">
                  <a:pos x="f102" y="f107"/>
                </a:cxn>
                <a:cxn ang="f52">
                  <a:pos x="f101" y="f108"/>
                </a:cxn>
                <a:cxn ang="f52">
                  <a:pos x="f100" y="f107"/>
                </a:cxn>
                <a:cxn ang="f52">
                  <a:pos x="f99" y="f108"/>
                </a:cxn>
                <a:cxn ang="f52">
                  <a:pos x="f97" y="f107"/>
                </a:cxn>
                <a:cxn ang="f52">
                  <a:pos x="f95" y="f108"/>
                </a:cxn>
                <a:cxn ang="f52">
                  <a:pos x="f109" y="f107"/>
                </a:cxn>
                <a:cxn ang="f52">
                  <a:pos x="f110" y="f106"/>
                </a:cxn>
                <a:cxn ang="f52">
                  <a:pos x="f111" y="f104"/>
                </a:cxn>
                <a:cxn ang="f52">
                  <a:pos x="f109" y="f98"/>
                </a:cxn>
              </a:cxnLst>
              <a:rect l="f91" t="f94" r="f92" b="f93"/>
              <a:pathLst>
                <a:path w="1990951" h="286230">
                  <a:moveTo>
                    <a:pt x="f8" y="f9"/>
                  </a:moveTo>
                  <a:lnTo>
                    <a:pt x="f10" y="f11"/>
                  </a:lnTo>
                  <a:lnTo>
                    <a:pt x="f12" y="f9"/>
                  </a:lnTo>
                  <a:lnTo>
                    <a:pt x="f13" y="f11"/>
                  </a:lnTo>
                  <a:lnTo>
                    <a:pt x="f14" y="f9"/>
                  </a:lnTo>
                  <a:lnTo>
                    <a:pt x="f15" y="f11"/>
                  </a:lnTo>
                  <a:lnTo>
                    <a:pt x="f16" y="f17"/>
                  </a:lnTo>
                  <a:lnTo>
                    <a:pt x="f5" y="f18"/>
                  </a:lnTo>
                  <a:lnTo>
                    <a:pt x="f15" y="f5"/>
                  </a:lnTo>
                  <a:lnTo>
                    <a:pt x="f14" y="f19"/>
                  </a:lnTo>
                  <a:lnTo>
                    <a:pt x="f13" y="f5"/>
                  </a:lnTo>
                  <a:lnTo>
                    <a:pt x="f12" y="f19"/>
                  </a:lnTo>
                  <a:lnTo>
                    <a:pt x="f10" y="f5"/>
                  </a:lnTo>
                  <a:lnTo>
                    <a:pt x="f8" y="f19"/>
                  </a:lnTo>
                  <a:lnTo>
                    <a:pt x="f20" y="f5"/>
                  </a:lnTo>
                  <a:lnTo>
                    <a:pt x="f21" y="f18"/>
                  </a:lnTo>
                  <a:lnTo>
                    <a:pt x="f22" y="f17"/>
                  </a:lnTo>
                  <a:lnTo>
                    <a:pt x="f20" y="f1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7" name="Oval 7180">
            <a:extLst>
              <a:ext uri="{FF2B5EF4-FFF2-40B4-BE49-F238E27FC236}">
                <a16:creationId xmlns:a16="http://schemas.microsoft.com/office/drawing/2014/main" id="{1548044A-47E0-4434-9122-FC3A71D261BE}"/>
              </a:ext>
            </a:extLst>
          </p:cNvPr>
          <p:cNvSpPr>
            <a:spLocks noMove="1" noResize="1"/>
          </p:cNvSpPr>
          <p:nvPr/>
        </p:nvSpPr>
        <p:spPr>
          <a:xfrm>
            <a:off x="739959" y="4752209"/>
            <a:ext cx="365019" cy="36501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8" name="Oval 7182">
            <a:extLst>
              <a:ext uri="{FF2B5EF4-FFF2-40B4-BE49-F238E27FC236}">
                <a16:creationId xmlns:a16="http://schemas.microsoft.com/office/drawing/2014/main" id="{78560932-1DDD-91E6-AD4A-356092045372}"/>
              </a:ext>
            </a:extLst>
          </p:cNvPr>
          <p:cNvSpPr>
            <a:spLocks noMove="1" noResize="1"/>
          </p:cNvSpPr>
          <p:nvPr/>
        </p:nvSpPr>
        <p:spPr>
          <a:xfrm>
            <a:off x="739959" y="4752209"/>
            <a:ext cx="365019" cy="36501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80BD">
              <a:alpha val="2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0AB36DE9-7002-2002-2376-4AB832D687DF}"/>
              </a:ext>
            </a:extLst>
          </p:cNvPr>
          <p:cNvGrpSpPr/>
          <p:nvPr/>
        </p:nvGrpSpPr>
        <p:grpSpPr>
          <a:xfrm>
            <a:off x="4109670" y="4903341"/>
            <a:ext cx="975161" cy="975171"/>
            <a:chOff x="4109670" y="4903341"/>
            <a:chExt cx="975161" cy="975171"/>
          </a:xfrm>
        </p:grpSpPr>
        <p:sp>
          <p:nvSpPr>
            <p:cNvPr id="11" name="Freeform: Shape 7185">
              <a:extLst>
                <a:ext uri="{FF2B5EF4-FFF2-40B4-BE49-F238E27FC236}">
                  <a16:creationId xmlns:a16="http://schemas.microsoft.com/office/drawing/2014/main" id="{2382FD35-8945-EB64-A053-35D7E4A56FE0}"/>
                </a:ext>
              </a:extLst>
            </p:cNvPr>
            <p:cNvSpPr/>
            <p:nvPr/>
          </p:nvSpPr>
          <p:spPr>
            <a:xfrm>
              <a:off x="4164461" y="4958141"/>
              <a:ext cx="206974" cy="20697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2966"/>
                <a:gd name="f7" fmla="val 112967"/>
                <a:gd name="f8" fmla="val 25356"/>
                <a:gd name="f9" fmla="val 64747"/>
                <a:gd name="f10" fmla="+- 0 0 -90"/>
                <a:gd name="f11" fmla="*/ f3 1 112966"/>
                <a:gd name="f12" fmla="*/ f4 1 112966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112966"/>
                <a:gd name="f19" fmla="*/ 112967 f16 1"/>
                <a:gd name="f20" fmla="*/ 0 f16 1"/>
                <a:gd name="f21" fmla="+- f17 0 f1"/>
                <a:gd name="f22" fmla="*/ f19 1 112966"/>
                <a:gd name="f23" fmla="*/ f20 1 112966"/>
                <a:gd name="f24" fmla="*/ f13 1 f18"/>
                <a:gd name="f25" fmla="*/ f14 1 f18"/>
                <a:gd name="f26" fmla="*/ f22 1 f18"/>
                <a:gd name="f27" fmla="*/ f23 1 f18"/>
                <a:gd name="f28" fmla="*/ f24 f11 1"/>
                <a:gd name="f29" fmla="*/ f25 f11 1"/>
                <a:gd name="f30" fmla="*/ f25 f12 1"/>
                <a:gd name="f31" fmla="*/ f24 f12 1"/>
                <a:gd name="f32" fmla="*/ f26 f11 1"/>
                <a:gd name="f33" fmla="*/ f27 f12 1"/>
                <a:gd name="f34" fmla="*/ f27 f11 1"/>
                <a:gd name="f35" fmla="*/ f26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2" y="f33"/>
                </a:cxn>
                <a:cxn ang="f21">
                  <a:pos x="f34" y="f35"/>
                </a:cxn>
                <a:cxn ang="f21">
                  <a:pos x="f32" y="f33"/>
                </a:cxn>
              </a:cxnLst>
              <a:rect l="f28" t="f31" r="f29" b="f30"/>
              <a:pathLst>
                <a:path w="112966" h="112966">
                  <a:moveTo>
                    <a:pt x="f7" y="f5"/>
                  </a:moveTo>
                  <a:lnTo>
                    <a:pt x="f5" y="f7"/>
                  </a:lnTo>
                  <a:cubicBezTo>
                    <a:pt x="f8" y="f9"/>
                    <a:pt x="f9" y="f8"/>
                    <a:pt x="f7" y="f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2" name="Freeform: Shape 7186">
              <a:extLst>
                <a:ext uri="{FF2B5EF4-FFF2-40B4-BE49-F238E27FC236}">
                  <a16:creationId xmlns:a16="http://schemas.microsoft.com/office/drawing/2014/main" id="{271C7CF3-F8DF-FA56-783D-A31BCD555E88}"/>
                </a:ext>
              </a:extLst>
            </p:cNvPr>
            <p:cNvSpPr/>
            <p:nvPr/>
          </p:nvSpPr>
          <p:spPr>
            <a:xfrm>
              <a:off x="4113154" y="4906834"/>
              <a:ext cx="421968" cy="42196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0314"/>
                <a:gd name="f7" fmla="val 953"/>
                <a:gd name="f8" fmla="val 223361"/>
                <a:gd name="f9" fmla="val 2095"/>
                <a:gd name="f10" fmla="val 216408"/>
                <a:gd name="f11" fmla="val 3524"/>
                <a:gd name="f12" fmla="val 209550"/>
                <a:gd name="f13" fmla="+- 0 0 -90"/>
                <a:gd name="f14" fmla="*/ f3 1 230314"/>
                <a:gd name="f15" fmla="*/ f4 1 230314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230314"/>
                <a:gd name="f22" fmla="*/ 230314 f19 1"/>
                <a:gd name="f23" fmla="*/ 0 f19 1"/>
                <a:gd name="f24" fmla="*/ 3524 f19 1"/>
                <a:gd name="f25" fmla="*/ 209550 f19 1"/>
                <a:gd name="f26" fmla="+- f20 0 f1"/>
                <a:gd name="f27" fmla="*/ f22 1 230314"/>
                <a:gd name="f28" fmla="*/ f23 1 230314"/>
                <a:gd name="f29" fmla="*/ f24 1 230314"/>
                <a:gd name="f30" fmla="*/ f25 1 230314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4 f14 1"/>
                <a:gd name="f44" fmla="*/ f33 f15 1"/>
                <a:gd name="f45" fmla="*/ f35 f14 1"/>
                <a:gd name="f46" fmla="*/ f36 f15 1"/>
                <a:gd name="f47" fmla="*/ f36 f14 1"/>
                <a:gd name="f48" fmla="*/ f35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6"/>
                </a:cxn>
                <a:cxn ang="f26">
                  <a:pos x="f47" y="f48"/>
                </a:cxn>
                <a:cxn ang="f26">
                  <a:pos x="f41" y="f42"/>
                </a:cxn>
              </a:cxnLst>
              <a:rect l="f37" t="f40" r="f38" b="f39"/>
              <a:pathLst>
                <a:path w="230314" h="230314">
                  <a:moveTo>
                    <a:pt x="f6" y="f5"/>
                  </a:moveTo>
                  <a:lnTo>
                    <a:pt x="f5" y="f6"/>
                  </a:lnTo>
                  <a:cubicBezTo>
                    <a:pt x="f7" y="f8"/>
                    <a:pt x="f9" y="f10"/>
                    <a:pt x="f11" y="f12"/>
                  </a:cubicBezTo>
                  <a:lnTo>
                    <a:pt x="f12" y="f11"/>
                  </a:lnTo>
                  <a:cubicBezTo>
                    <a:pt x="f10" y="f9"/>
                    <a:pt x="f8" y="f7"/>
                    <a:pt x="f6" y="f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3" name="Freeform: Shape 7187">
              <a:extLst>
                <a:ext uri="{FF2B5EF4-FFF2-40B4-BE49-F238E27FC236}">
                  <a16:creationId xmlns:a16="http://schemas.microsoft.com/office/drawing/2014/main" id="{F1F7886A-85D0-E031-19A8-07C214B213C1}"/>
                </a:ext>
              </a:extLst>
            </p:cNvPr>
            <p:cNvSpPr/>
            <p:nvPr/>
          </p:nvSpPr>
          <p:spPr>
            <a:xfrm>
              <a:off x="4109670" y="4903341"/>
              <a:ext cx="538892" cy="53889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4131"/>
                <a:gd name="f7" fmla="val 294132"/>
                <a:gd name="f8" fmla="val 1238"/>
                <a:gd name="f9" fmla="val 667"/>
                <a:gd name="f10" fmla="val 288893"/>
                <a:gd name="f11" fmla="val 283559"/>
                <a:gd name="f12" fmla="val 278225"/>
                <a:gd name="f13" fmla="+- 0 0 -90"/>
                <a:gd name="f14" fmla="*/ f3 1 294131"/>
                <a:gd name="f15" fmla="*/ f4 1 294131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294131"/>
                <a:gd name="f22" fmla="*/ 294132 f19 1"/>
                <a:gd name="f23" fmla="*/ 1238 f19 1"/>
                <a:gd name="f24" fmla="*/ 0 f19 1"/>
                <a:gd name="f25" fmla="*/ 278225 f19 1"/>
                <a:gd name="f26" fmla="+- f20 0 f1"/>
                <a:gd name="f27" fmla="*/ f22 1 294131"/>
                <a:gd name="f28" fmla="*/ f23 1 294131"/>
                <a:gd name="f29" fmla="*/ f24 1 294131"/>
                <a:gd name="f30" fmla="*/ f25 1 294131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4 f14 1"/>
                <a:gd name="f44" fmla="*/ f33 f15 1"/>
                <a:gd name="f45" fmla="*/ f35 f14 1"/>
                <a:gd name="f46" fmla="*/ f36 f15 1"/>
                <a:gd name="f47" fmla="*/ f36 f14 1"/>
                <a:gd name="f48" fmla="*/ f35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6"/>
                </a:cxn>
                <a:cxn ang="f26">
                  <a:pos x="f47" y="f48"/>
                </a:cxn>
                <a:cxn ang="f26">
                  <a:pos x="f41" y="f42"/>
                </a:cxn>
              </a:cxnLst>
              <a:rect l="f37" t="f40" r="f38" b="f39"/>
              <a:pathLst>
                <a:path w="294131" h="294131">
                  <a:moveTo>
                    <a:pt x="f7" y="f8"/>
                  </a:moveTo>
                  <a:lnTo>
                    <a:pt x="f8" y="f7"/>
                  </a:lnTo>
                  <a:cubicBezTo>
                    <a:pt x="f9" y="f10"/>
                    <a:pt x="f5" y="f11"/>
                    <a:pt x="f5" y="f12"/>
                  </a:cubicBezTo>
                  <a:lnTo>
                    <a:pt x="f12" y="f5"/>
                  </a:lnTo>
                  <a:cubicBezTo>
                    <a:pt x="f11" y="f5"/>
                    <a:pt x="f10" y="f9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4" name="Freeform: Shape 7188">
              <a:extLst>
                <a:ext uri="{FF2B5EF4-FFF2-40B4-BE49-F238E27FC236}">
                  <a16:creationId xmlns:a16="http://schemas.microsoft.com/office/drawing/2014/main" id="{E75246B8-D993-E07A-78CA-ECBD382FF737}"/>
                </a:ext>
              </a:extLst>
            </p:cNvPr>
            <p:cNvSpPr/>
            <p:nvPr/>
          </p:nvSpPr>
          <p:spPr>
            <a:xfrm>
              <a:off x="4124154" y="4917652"/>
              <a:ext cx="617768" cy="6179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37184"/>
                <a:gd name="f7" fmla="val 337280"/>
                <a:gd name="f8" fmla="val 337185"/>
                <a:gd name="f9" fmla="val 3905"/>
                <a:gd name="f10" fmla="val 3810"/>
                <a:gd name="f11" fmla="val 2381"/>
                <a:gd name="f12" fmla="val 332899"/>
                <a:gd name="f13" fmla="val 1143"/>
                <a:gd name="f14" fmla="val 328422"/>
                <a:gd name="f15" fmla="val 323850"/>
                <a:gd name="f16" fmla="val 328327"/>
                <a:gd name="f17" fmla="val 1715"/>
                <a:gd name="f18" fmla="val 332804"/>
                <a:gd name="f19" fmla="val 2477"/>
                <a:gd name="f20" fmla="+- 0 0 -90"/>
                <a:gd name="f21" fmla="*/ f3 1 337184"/>
                <a:gd name="f22" fmla="*/ f4 1 337280"/>
                <a:gd name="f23" fmla="val f5"/>
                <a:gd name="f24" fmla="val f6"/>
                <a:gd name="f25" fmla="val f7"/>
                <a:gd name="f26" fmla="*/ f20 f0 1"/>
                <a:gd name="f27" fmla="+- f25 0 f23"/>
                <a:gd name="f28" fmla="+- f24 0 f23"/>
                <a:gd name="f29" fmla="*/ f26 1 f2"/>
                <a:gd name="f30" fmla="*/ f28 1 337184"/>
                <a:gd name="f31" fmla="*/ f27 1 337280"/>
                <a:gd name="f32" fmla="*/ 337185 f28 1"/>
                <a:gd name="f33" fmla="*/ 3905 f27 1"/>
                <a:gd name="f34" fmla="*/ 3810 f28 1"/>
                <a:gd name="f35" fmla="*/ 337280 f27 1"/>
                <a:gd name="f36" fmla="*/ 0 f28 1"/>
                <a:gd name="f37" fmla="*/ 323850 f27 1"/>
                <a:gd name="f38" fmla="*/ 323850 f28 1"/>
                <a:gd name="f39" fmla="*/ 0 f27 1"/>
                <a:gd name="f40" fmla="+- f29 0 f1"/>
                <a:gd name="f41" fmla="*/ f32 1 337184"/>
                <a:gd name="f42" fmla="*/ f33 1 337280"/>
                <a:gd name="f43" fmla="*/ f34 1 337184"/>
                <a:gd name="f44" fmla="*/ f35 1 337280"/>
                <a:gd name="f45" fmla="*/ f36 1 337184"/>
                <a:gd name="f46" fmla="*/ f37 1 337280"/>
                <a:gd name="f47" fmla="*/ f38 1 337184"/>
                <a:gd name="f48" fmla="*/ f39 1 337280"/>
                <a:gd name="f49" fmla="*/ f23 1 f30"/>
                <a:gd name="f50" fmla="*/ f24 1 f30"/>
                <a:gd name="f51" fmla="*/ f23 1 f31"/>
                <a:gd name="f52" fmla="*/ f25 1 f31"/>
                <a:gd name="f53" fmla="*/ f41 1 f30"/>
                <a:gd name="f54" fmla="*/ f42 1 f31"/>
                <a:gd name="f55" fmla="*/ f43 1 f30"/>
                <a:gd name="f56" fmla="*/ f44 1 f31"/>
                <a:gd name="f57" fmla="*/ f45 1 f30"/>
                <a:gd name="f58" fmla="*/ f46 1 f31"/>
                <a:gd name="f59" fmla="*/ f47 1 f30"/>
                <a:gd name="f60" fmla="*/ f48 1 f31"/>
                <a:gd name="f61" fmla="*/ f49 f21 1"/>
                <a:gd name="f62" fmla="*/ f50 f21 1"/>
                <a:gd name="f63" fmla="*/ f52 f22 1"/>
                <a:gd name="f64" fmla="*/ f51 f22 1"/>
                <a:gd name="f65" fmla="*/ f53 f21 1"/>
                <a:gd name="f66" fmla="*/ f54 f22 1"/>
                <a:gd name="f67" fmla="*/ f55 f21 1"/>
                <a:gd name="f68" fmla="*/ f56 f22 1"/>
                <a:gd name="f69" fmla="*/ f57 f21 1"/>
                <a:gd name="f70" fmla="*/ f58 f22 1"/>
                <a:gd name="f71" fmla="*/ f59 f21 1"/>
                <a:gd name="f72" fmla="*/ f60 f2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65" y="f66"/>
                </a:cxn>
                <a:cxn ang="f40">
                  <a:pos x="f67" y="f68"/>
                </a:cxn>
                <a:cxn ang="f40">
                  <a:pos x="f69" y="f70"/>
                </a:cxn>
                <a:cxn ang="f40">
                  <a:pos x="f71" y="f72"/>
                </a:cxn>
                <a:cxn ang="f40">
                  <a:pos x="f65" y="f66"/>
                </a:cxn>
              </a:cxnLst>
              <a:rect l="f61" t="f64" r="f62" b="f63"/>
              <a:pathLst>
                <a:path w="337184" h="337280">
                  <a:moveTo>
                    <a:pt x="f8" y="f9"/>
                  </a:moveTo>
                  <a:lnTo>
                    <a:pt x="f10" y="f7"/>
                  </a:lnTo>
                  <a:cubicBezTo>
                    <a:pt x="f11" y="f12"/>
                    <a:pt x="f13" y="f14"/>
                    <a:pt x="f5" y="f15"/>
                  </a:cubicBezTo>
                  <a:lnTo>
                    <a:pt x="f15" y="f5"/>
                  </a:lnTo>
                  <a:cubicBezTo>
                    <a:pt x="f16" y="f17"/>
                    <a:pt x="f18" y="f19"/>
                    <a:pt x="f8" y="f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5" name="Freeform: Shape 7189">
              <a:extLst>
                <a:ext uri="{FF2B5EF4-FFF2-40B4-BE49-F238E27FC236}">
                  <a16:creationId xmlns:a16="http://schemas.microsoft.com/office/drawing/2014/main" id="{DBA5F0F6-3C7A-3D4A-2892-4ED145D13970}"/>
                </a:ext>
              </a:extLst>
            </p:cNvPr>
            <p:cNvSpPr/>
            <p:nvPr/>
          </p:nvSpPr>
          <p:spPr>
            <a:xfrm>
              <a:off x="4153469" y="4947141"/>
              <a:ext cx="668033" cy="66803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64617"/>
                <a:gd name="f7" fmla="val 5620"/>
                <a:gd name="f8" fmla="val 3620"/>
                <a:gd name="f9" fmla="val 360902"/>
                <a:gd name="f10" fmla="val 1715"/>
                <a:gd name="f11" fmla="val 357092"/>
                <a:gd name="f12" fmla="val 353187"/>
                <a:gd name="f13" fmla="val 3715"/>
                <a:gd name="f14" fmla="+- 0 0 -90"/>
                <a:gd name="f15" fmla="*/ f3 1 364617"/>
                <a:gd name="f16" fmla="*/ f4 1 364617"/>
                <a:gd name="f17" fmla="val f5"/>
                <a:gd name="f18" fmla="val f6"/>
                <a:gd name="f19" fmla="*/ f14 f0 1"/>
                <a:gd name="f20" fmla="+- f18 0 f17"/>
                <a:gd name="f21" fmla="*/ f19 1 f2"/>
                <a:gd name="f22" fmla="*/ f20 1 364617"/>
                <a:gd name="f23" fmla="*/ 364617 f20 1"/>
                <a:gd name="f24" fmla="*/ 5620 f20 1"/>
                <a:gd name="f25" fmla="*/ 0 f20 1"/>
                <a:gd name="f26" fmla="*/ 353187 f20 1"/>
                <a:gd name="f27" fmla="+- f21 0 f1"/>
                <a:gd name="f28" fmla="*/ f23 1 364617"/>
                <a:gd name="f29" fmla="*/ f24 1 364617"/>
                <a:gd name="f30" fmla="*/ f25 1 364617"/>
                <a:gd name="f31" fmla="*/ f26 1 364617"/>
                <a:gd name="f32" fmla="*/ f17 1 f22"/>
                <a:gd name="f33" fmla="*/ f18 1 f22"/>
                <a:gd name="f34" fmla="*/ f28 1 f22"/>
                <a:gd name="f35" fmla="*/ f29 1 f22"/>
                <a:gd name="f36" fmla="*/ f30 1 f22"/>
                <a:gd name="f37" fmla="*/ f31 1 f22"/>
                <a:gd name="f38" fmla="*/ f32 f15 1"/>
                <a:gd name="f39" fmla="*/ f33 f15 1"/>
                <a:gd name="f40" fmla="*/ f33 f16 1"/>
                <a:gd name="f41" fmla="*/ f32 f16 1"/>
                <a:gd name="f42" fmla="*/ f34 f15 1"/>
                <a:gd name="f43" fmla="*/ f35 f16 1"/>
                <a:gd name="f44" fmla="*/ f35 f15 1"/>
                <a:gd name="f45" fmla="*/ f34 f16 1"/>
                <a:gd name="f46" fmla="*/ f36 f15 1"/>
                <a:gd name="f47" fmla="*/ f37 f16 1"/>
                <a:gd name="f48" fmla="*/ f37 f15 1"/>
                <a:gd name="f49" fmla="*/ f36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42" y="f43"/>
                </a:cxn>
                <a:cxn ang="f27">
                  <a:pos x="f44" y="f45"/>
                </a:cxn>
                <a:cxn ang="f27">
                  <a:pos x="f46" y="f47"/>
                </a:cxn>
                <a:cxn ang="f27">
                  <a:pos x="f48" y="f49"/>
                </a:cxn>
                <a:cxn ang="f27">
                  <a:pos x="f42" y="f43"/>
                </a:cxn>
              </a:cxnLst>
              <a:rect l="f38" t="f41" r="f39" b="f40"/>
              <a:pathLst>
                <a:path w="364617" h="364617">
                  <a:moveTo>
                    <a:pt x="f6" y="f7"/>
                  </a:moveTo>
                  <a:lnTo>
                    <a:pt x="f7" y="f6"/>
                  </a:lnTo>
                  <a:cubicBezTo>
                    <a:pt x="f8" y="f9"/>
                    <a:pt x="f10" y="f11"/>
                    <a:pt x="f5" y="f12"/>
                  </a:cubicBezTo>
                  <a:lnTo>
                    <a:pt x="f12" y="f5"/>
                  </a:lnTo>
                  <a:cubicBezTo>
                    <a:pt x="f11" y="f10"/>
                    <a:pt x="f9" y="f13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6" name="Freeform: Shape 7190">
              <a:extLst>
                <a:ext uri="{FF2B5EF4-FFF2-40B4-BE49-F238E27FC236}">
                  <a16:creationId xmlns:a16="http://schemas.microsoft.com/office/drawing/2014/main" id="{EE12F193-A28C-5B87-35BE-96406A6A37C9}"/>
                </a:ext>
              </a:extLst>
            </p:cNvPr>
            <p:cNvSpPr/>
            <p:nvPr/>
          </p:nvSpPr>
          <p:spPr>
            <a:xfrm>
              <a:off x="4193950" y="4987631"/>
              <a:ext cx="696653" cy="6966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0238"/>
                <a:gd name="f7" fmla="val 7239"/>
                <a:gd name="f8" fmla="val 4763"/>
                <a:gd name="f9" fmla="val 377000"/>
                <a:gd name="f10" fmla="val 2381"/>
                <a:gd name="f11" fmla="val 373571"/>
                <a:gd name="f12" fmla="val 370713"/>
                <a:gd name="f13" fmla="val 370237"/>
                <a:gd name="f14" fmla="+- 0 0 -90"/>
                <a:gd name="f15" fmla="*/ f3 1 380238"/>
                <a:gd name="f16" fmla="*/ f4 1 380238"/>
                <a:gd name="f17" fmla="val f5"/>
                <a:gd name="f18" fmla="val f6"/>
                <a:gd name="f19" fmla="*/ f14 f0 1"/>
                <a:gd name="f20" fmla="+- f18 0 f17"/>
                <a:gd name="f21" fmla="*/ f19 1 f2"/>
                <a:gd name="f22" fmla="*/ f20 1 380238"/>
                <a:gd name="f23" fmla="*/ 380238 f20 1"/>
                <a:gd name="f24" fmla="*/ 7239 f20 1"/>
                <a:gd name="f25" fmla="*/ 0 f20 1"/>
                <a:gd name="f26" fmla="*/ 370713 f20 1"/>
                <a:gd name="f27" fmla="*/ 370237 f20 1"/>
                <a:gd name="f28" fmla="+- f21 0 f1"/>
                <a:gd name="f29" fmla="*/ f23 1 380238"/>
                <a:gd name="f30" fmla="*/ f24 1 380238"/>
                <a:gd name="f31" fmla="*/ f25 1 380238"/>
                <a:gd name="f32" fmla="*/ f26 1 380238"/>
                <a:gd name="f33" fmla="*/ f27 1 380238"/>
                <a:gd name="f34" fmla="*/ f17 1 f22"/>
                <a:gd name="f35" fmla="*/ f18 1 f22"/>
                <a:gd name="f36" fmla="*/ f29 1 f22"/>
                <a:gd name="f37" fmla="*/ f30 1 f22"/>
                <a:gd name="f38" fmla="*/ f31 1 f22"/>
                <a:gd name="f39" fmla="*/ f32 1 f22"/>
                <a:gd name="f40" fmla="*/ f33 1 f22"/>
                <a:gd name="f41" fmla="*/ f34 f15 1"/>
                <a:gd name="f42" fmla="*/ f35 f15 1"/>
                <a:gd name="f43" fmla="*/ f35 f16 1"/>
                <a:gd name="f44" fmla="*/ f34 f16 1"/>
                <a:gd name="f45" fmla="*/ f36 f15 1"/>
                <a:gd name="f46" fmla="*/ f37 f16 1"/>
                <a:gd name="f47" fmla="*/ f37 f15 1"/>
                <a:gd name="f48" fmla="*/ f36 f16 1"/>
                <a:gd name="f49" fmla="*/ f38 f15 1"/>
                <a:gd name="f50" fmla="*/ f39 f16 1"/>
                <a:gd name="f51" fmla="*/ f40 f15 1"/>
                <a:gd name="f52" fmla="*/ f38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45" y="f46"/>
                </a:cxn>
                <a:cxn ang="f28">
                  <a:pos x="f47" y="f48"/>
                </a:cxn>
                <a:cxn ang="f28">
                  <a:pos x="f49" y="f50"/>
                </a:cxn>
                <a:cxn ang="f28">
                  <a:pos x="f51" y="f52"/>
                </a:cxn>
                <a:cxn ang="f28">
                  <a:pos x="f45" y="f46"/>
                </a:cxn>
              </a:cxnLst>
              <a:rect l="f41" t="f44" r="f42" b="f43"/>
              <a:pathLst>
                <a:path w="380238" h="380238">
                  <a:moveTo>
                    <a:pt x="f6" y="f7"/>
                  </a:moveTo>
                  <a:lnTo>
                    <a:pt x="f7" y="f6"/>
                  </a:lnTo>
                  <a:cubicBezTo>
                    <a:pt x="f8" y="f9"/>
                    <a:pt x="f10" y="f11"/>
                    <a:pt x="f5" y="f12"/>
                  </a:cubicBezTo>
                  <a:lnTo>
                    <a:pt x="f13" y="f5"/>
                  </a:lnTo>
                  <a:cubicBezTo>
                    <a:pt x="f11" y="f10"/>
                    <a:pt x="f9" y="f8"/>
                    <a:pt x="f6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" name="Freeform: Shape 7191">
              <a:extLst>
                <a:ext uri="{FF2B5EF4-FFF2-40B4-BE49-F238E27FC236}">
                  <a16:creationId xmlns:a16="http://schemas.microsoft.com/office/drawing/2014/main" id="{E78792C8-B231-C201-9474-4DC224F7001E}"/>
                </a:ext>
              </a:extLst>
            </p:cNvPr>
            <p:cNvSpPr/>
            <p:nvPr/>
          </p:nvSpPr>
          <p:spPr>
            <a:xfrm>
              <a:off x="4244388" y="5038060"/>
              <a:ext cx="705724" cy="7057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5191"/>
                <a:gd name="f7" fmla="val 380905"/>
                <a:gd name="f8" fmla="val 4286"/>
                <a:gd name="f9" fmla="val 8573"/>
                <a:gd name="f10" fmla="val 2762"/>
                <a:gd name="f11" fmla="val 379476"/>
                <a:gd name="f12" fmla="val 1334"/>
                <a:gd name="f13" fmla="val 377952"/>
                <a:gd name="f14" fmla="val 376523"/>
                <a:gd name="f15" fmla="val 2667"/>
                <a:gd name="f16" fmla="+- 0 0 -90"/>
                <a:gd name="f17" fmla="*/ f3 1 385191"/>
                <a:gd name="f18" fmla="*/ f4 1 385191"/>
                <a:gd name="f19" fmla="val f5"/>
                <a:gd name="f20" fmla="val f6"/>
                <a:gd name="f21" fmla="*/ f16 f0 1"/>
                <a:gd name="f22" fmla="+- f20 0 f19"/>
                <a:gd name="f23" fmla="*/ f21 1 f2"/>
                <a:gd name="f24" fmla="*/ f22 1 385191"/>
                <a:gd name="f25" fmla="*/ 380905 f22 1"/>
                <a:gd name="f26" fmla="*/ 4286 f22 1"/>
                <a:gd name="f27" fmla="*/ 385191 f22 1"/>
                <a:gd name="f28" fmla="*/ 8573 f22 1"/>
                <a:gd name="f29" fmla="*/ 0 f22 1"/>
                <a:gd name="f30" fmla="*/ 376523 f22 1"/>
                <a:gd name="f31" fmla="+- f23 0 f1"/>
                <a:gd name="f32" fmla="*/ f25 1 385191"/>
                <a:gd name="f33" fmla="*/ f26 1 385191"/>
                <a:gd name="f34" fmla="*/ f27 1 385191"/>
                <a:gd name="f35" fmla="*/ f28 1 385191"/>
                <a:gd name="f36" fmla="*/ f29 1 385191"/>
                <a:gd name="f37" fmla="*/ f30 1 385191"/>
                <a:gd name="f38" fmla="*/ f19 1 f24"/>
                <a:gd name="f39" fmla="*/ f20 1 f24"/>
                <a:gd name="f40" fmla="*/ f32 1 f24"/>
                <a:gd name="f41" fmla="*/ f33 1 f24"/>
                <a:gd name="f42" fmla="*/ f34 1 f24"/>
                <a:gd name="f43" fmla="*/ f35 1 f24"/>
                <a:gd name="f44" fmla="*/ f36 1 f24"/>
                <a:gd name="f45" fmla="*/ f37 1 f24"/>
                <a:gd name="f46" fmla="*/ f38 f17 1"/>
                <a:gd name="f47" fmla="*/ f39 f17 1"/>
                <a:gd name="f48" fmla="*/ f39 f18 1"/>
                <a:gd name="f49" fmla="*/ f38 f18 1"/>
                <a:gd name="f50" fmla="*/ f40 f17 1"/>
                <a:gd name="f51" fmla="*/ f41 f18 1"/>
                <a:gd name="f52" fmla="*/ f42 f17 1"/>
                <a:gd name="f53" fmla="*/ f43 f18 1"/>
                <a:gd name="f54" fmla="*/ f43 f17 1"/>
                <a:gd name="f55" fmla="*/ f42 f18 1"/>
                <a:gd name="f56" fmla="*/ f41 f17 1"/>
                <a:gd name="f57" fmla="*/ f40 f18 1"/>
                <a:gd name="f58" fmla="*/ f44 f17 1"/>
                <a:gd name="f59" fmla="*/ f45 f18 1"/>
                <a:gd name="f60" fmla="*/ f45 f17 1"/>
                <a:gd name="f61" fmla="*/ f44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1">
                  <a:pos x="f50" y="f51"/>
                </a:cxn>
                <a:cxn ang="f31">
                  <a:pos x="f52" y="f53"/>
                </a:cxn>
                <a:cxn ang="f31">
                  <a:pos x="f54" y="f55"/>
                </a:cxn>
                <a:cxn ang="f31">
                  <a:pos x="f56" y="f57"/>
                </a:cxn>
                <a:cxn ang="f31">
                  <a:pos x="f58" y="f59"/>
                </a:cxn>
                <a:cxn ang="f31">
                  <a:pos x="f60" y="f61"/>
                </a:cxn>
                <a:cxn ang="f31">
                  <a:pos x="f50" y="f51"/>
                </a:cxn>
              </a:cxnLst>
              <a:rect l="f46" t="f49" r="f47" b="f48"/>
              <a:pathLst>
                <a:path w="385191" h="385191">
                  <a:moveTo>
                    <a:pt x="f7" y="f8"/>
                  </a:moveTo>
                  <a:lnTo>
                    <a:pt x="f6" y="f9"/>
                  </a:lnTo>
                  <a:lnTo>
                    <a:pt x="f9" y="f6"/>
                  </a:lnTo>
                  <a:lnTo>
                    <a:pt x="f8" y="f7"/>
                  </a:lnTo>
                  <a:cubicBezTo>
                    <a:pt x="f10" y="f11"/>
                    <a:pt x="f12" y="f13"/>
                    <a:pt x="f5" y="f14"/>
                  </a:cubicBezTo>
                  <a:lnTo>
                    <a:pt x="f14" y="f5"/>
                  </a:lnTo>
                  <a:cubicBezTo>
                    <a:pt x="f13" y="f12"/>
                    <a:pt x="f11" y="f15"/>
                    <a:pt x="f7" y="f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" name="Freeform: Shape 7192">
              <a:extLst>
                <a:ext uri="{FF2B5EF4-FFF2-40B4-BE49-F238E27FC236}">
                  <a16:creationId xmlns:a16="http://schemas.microsoft.com/office/drawing/2014/main" id="{B33809E9-E394-E277-9EF3-CCEB9A294FE7}"/>
                </a:ext>
              </a:extLst>
            </p:cNvPr>
            <p:cNvSpPr/>
            <p:nvPr/>
          </p:nvSpPr>
          <p:spPr>
            <a:xfrm>
              <a:off x="4304766" y="5097569"/>
              <a:ext cx="695776" cy="6966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79761"/>
                <a:gd name="f7" fmla="val 380237"/>
                <a:gd name="f8" fmla="val 372428"/>
                <a:gd name="f9" fmla="val 374999"/>
                <a:gd name="f10" fmla="val 3239"/>
                <a:gd name="f11" fmla="val 377381"/>
                <a:gd name="f12" fmla="val 6572"/>
                <a:gd name="f13" fmla="val 379762"/>
                <a:gd name="f14" fmla="val 9525"/>
                <a:gd name="f15" fmla="val 380238"/>
                <a:gd name="f16" fmla="val 6096"/>
                <a:gd name="f17" fmla="val 377857"/>
                <a:gd name="f18" fmla="val 2762"/>
                <a:gd name="f19" fmla="val 375476"/>
                <a:gd name="f20" fmla="val 372904"/>
                <a:gd name="f21" fmla="+- 0 0 -90"/>
                <a:gd name="f22" fmla="*/ f3 1 379761"/>
                <a:gd name="f23" fmla="*/ f4 1 380237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379761"/>
                <a:gd name="f32" fmla="*/ f28 1 380237"/>
                <a:gd name="f33" fmla="*/ 372428 f29 1"/>
                <a:gd name="f34" fmla="*/ 0 f28 1"/>
                <a:gd name="f35" fmla="*/ 379762 f29 1"/>
                <a:gd name="f36" fmla="*/ 9525 f28 1"/>
                <a:gd name="f37" fmla="*/ 9525 f29 1"/>
                <a:gd name="f38" fmla="*/ 380238 f28 1"/>
                <a:gd name="f39" fmla="*/ 0 f29 1"/>
                <a:gd name="f40" fmla="*/ 372904 f28 1"/>
                <a:gd name="f41" fmla="+- f30 0 f1"/>
                <a:gd name="f42" fmla="*/ f33 1 379761"/>
                <a:gd name="f43" fmla="*/ f34 1 380237"/>
                <a:gd name="f44" fmla="*/ f35 1 379761"/>
                <a:gd name="f45" fmla="*/ f36 1 380237"/>
                <a:gd name="f46" fmla="*/ f37 1 379761"/>
                <a:gd name="f47" fmla="*/ f38 1 380237"/>
                <a:gd name="f48" fmla="*/ f39 1 379761"/>
                <a:gd name="f49" fmla="*/ f40 1 380237"/>
                <a:gd name="f50" fmla="*/ f24 1 f31"/>
                <a:gd name="f51" fmla="*/ f25 1 f31"/>
                <a:gd name="f52" fmla="*/ f24 1 f32"/>
                <a:gd name="f53" fmla="*/ f26 1 f32"/>
                <a:gd name="f54" fmla="*/ f42 1 f31"/>
                <a:gd name="f55" fmla="*/ f43 1 f32"/>
                <a:gd name="f56" fmla="*/ f44 1 f31"/>
                <a:gd name="f57" fmla="*/ f45 1 f32"/>
                <a:gd name="f58" fmla="*/ f46 1 f31"/>
                <a:gd name="f59" fmla="*/ f47 1 f32"/>
                <a:gd name="f60" fmla="*/ f48 1 f31"/>
                <a:gd name="f61" fmla="*/ f49 1 f32"/>
                <a:gd name="f62" fmla="*/ f50 f22 1"/>
                <a:gd name="f63" fmla="*/ f51 f22 1"/>
                <a:gd name="f64" fmla="*/ f53 f23 1"/>
                <a:gd name="f65" fmla="*/ f52 f23 1"/>
                <a:gd name="f66" fmla="*/ f54 f22 1"/>
                <a:gd name="f67" fmla="*/ f55 f23 1"/>
                <a:gd name="f68" fmla="*/ f56 f22 1"/>
                <a:gd name="f69" fmla="*/ f57 f23 1"/>
                <a:gd name="f70" fmla="*/ f58 f22 1"/>
                <a:gd name="f71" fmla="*/ f59 f23 1"/>
                <a:gd name="f72" fmla="*/ f60 f22 1"/>
                <a:gd name="f73" fmla="*/ f6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1">
                  <a:pos x="f66" y="f67"/>
                </a:cxn>
                <a:cxn ang="f41">
                  <a:pos x="f68" y="f69"/>
                </a:cxn>
                <a:cxn ang="f41">
                  <a:pos x="f70" y="f71"/>
                </a:cxn>
                <a:cxn ang="f41">
                  <a:pos x="f72" y="f73"/>
                </a:cxn>
              </a:cxnLst>
              <a:rect l="f62" t="f65" r="f63" b="f64"/>
              <a:pathLst>
                <a:path w="379761" h="380237">
                  <a:moveTo>
                    <a:pt x="f8" y="f5"/>
                  </a:moveTo>
                  <a:cubicBezTo>
                    <a:pt x="f9" y="f10"/>
                    <a:pt x="f11" y="f12"/>
                    <a:pt x="f13" y="f14"/>
                  </a:cubicBezTo>
                  <a:lnTo>
                    <a:pt x="f14" y="f15"/>
                  </a:lnTo>
                  <a:cubicBezTo>
                    <a:pt x="f16" y="f17"/>
                    <a:pt x="f18" y="f19"/>
                    <a:pt x="f5" y="f2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9" name="Freeform: Shape 7193">
              <a:extLst>
                <a:ext uri="{FF2B5EF4-FFF2-40B4-BE49-F238E27FC236}">
                  <a16:creationId xmlns:a16="http://schemas.microsoft.com/office/drawing/2014/main" id="{AC8B5F21-0128-777F-8342-CB57FB01C36D}"/>
                </a:ext>
              </a:extLst>
            </p:cNvPr>
            <p:cNvSpPr/>
            <p:nvPr/>
          </p:nvSpPr>
          <p:spPr>
            <a:xfrm>
              <a:off x="4372651" y="5166332"/>
              <a:ext cx="668380" cy="6683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64807"/>
                <a:gd name="f7" fmla="val 359188"/>
                <a:gd name="f8" fmla="val 361188"/>
                <a:gd name="f9" fmla="val 3905"/>
                <a:gd name="f10" fmla="val 362998"/>
                <a:gd name="f11" fmla="val 7715"/>
                <a:gd name="f12" fmla="val 364808"/>
                <a:gd name="f13" fmla="val 11621"/>
                <a:gd name="f14" fmla="+- 0 0 -90"/>
                <a:gd name="f15" fmla="*/ f3 1 364807"/>
                <a:gd name="f16" fmla="*/ f4 1 364807"/>
                <a:gd name="f17" fmla="val f5"/>
                <a:gd name="f18" fmla="val f6"/>
                <a:gd name="f19" fmla="*/ f14 f0 1"/>
                <a:gd name="f20" fmla="+- f18 0 f17"/>
                <a:gd name="f21" fmla="*/ f19 1 f2"/>
                <a:gd name="f22" fmla="*/ f20 1 364807"/>
                <a:gd name="f23" fmla="*/ 359188 f20 1"/>
                <a:gd name="f24" fmla="*/ 0 f20 1"/>
                <a:gd name="f25" fmla="*/ 364808 f20 1"/>
                <a:gd name="f26" fmla="*/ 11621 f20 1"/>
                <a:gd name="f27" fmla="+- f21 0 f1"/>
                <a:gd name="f28" fmla="*/ f23 1 364807"/>
                <a:gd name="f29" fmla="*/ f24 1 364807"/>
                <a:gd name="f30" fmla="*/ f25 1 364807"/>
                <a:gd name="f31" fmla="*/ f26 1 364807"/>
                <a:gd name="f32" fmla="*/ f17 1 f22"/>
                <a:gd name="f33" fmla="*/ f18 1 f22"/>
                <a:gd name="f34" fmla="*/ f28 1 f22"/>
                <a:gd name="f35" fmla="*/ f29 1 f22"/>
                <a:gd name="f36" fmla="*/ f30 1 f22"/>
                <a:gd name="f37" fmla="*/ f31 1 f22"/>
                <a:gd name="f38" fmla="*/ f32 f15 1"/>
                <a:gd name="f39" fmla="*/ f33 f15 1"/>
                <a:gd name="f40" fmla="*/ f33 f16 1"/>
                <a:gd name="f41" fmla="*/ f32 f16 1"/>
                <a:gd name="f42" fmla="*/ f34 f15 1"/>
                <a:gd name="f43" fmla="*/ f35 f16 1"/>
                <a:gd name="f44" fmla="*/ f36 f15 1"/>
                <a:gd name="f45" fmla="*/ f37 f16 1"/>
                <a:gd name="f46" fmla="*/ f37 f15 1"/>
                <a:gd name="f47" fmla="*/ f36 f16 1"/>
                <a:gd name="f48" fmla="*/ f35 f15 1"/>
                <a:gd name="f49" fmla="*/ f34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42" y="f43"/>
                </a:cxn>
                <a:cxn ang="f27">
                  <a:pos x="f44" y="f45"/>
                </a:cxn>
                <a:cxn ang="f27">
                  <a:pos x="f46" y="f47"/>
                </a:cxn>
                <a:cxn ang="f27">
                  <a:pos x="f48" y="f49"/>
                </a:cxn>
              </a:cxnLst>
              <a:rect l="f38" t="f41" r="f39" b="f40"/>
              <a:pathLst>
                <a:path w="364807" h="364807">
                  <a:moveTo>
                    <a:pt x="f7" y="f5"/>
                  </a:moveTo>
                  <a:cubicBezTo>
                    <a:pt x="f8" y="f9"/>
                    <a:pt x="f10" y="f11"/>
                    <a:pt x="f12" y="f13"/>
                  </a:cubicBezTo>
                  <a:lnTo>
                    <a:pt x="f13" y="f12"/>
                  </a:lnTo>
                  <a:cubicBezTo>
                    <a:pt x="f11" y="f10"/>
                    <a:pt x="f9" y="f8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0" name="Freeform: Shape 7194">
              <a:extLst>
                <a:ext uri="{FF2B5EF4-FFF2-40B4-BE49-F238E27FC236}">
                  <a16:creationId xmlns:a16="http://schemas.microsoft.com/office/drawing/2014/main" id="{8BA4350C-ACA4-5151-6BE8-4BE0CD2C8377}"/>
                </a:ext>
              </a:extLst>
            </p:cNvPr>
            <p:cNvSpPr/>
            <p:nvPr/>
          </p:nvSpPr>
          <p:spPr>
            <a:xfrm>
              <a:off x="4452405" y="5246260"/>
              <a:ext cx="617942" cy="6179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37280"/>
                <a:gd name="f7" fmla="val 333470"/>
                <a:gd name="f8" fmla="val 334899"/>
                <a:gd name="f9" fmla="val 4382"/>
                <a:gd name="f10" fmla="val 336137"/>
                <a:gd name="f11" fmla="val 8858"/>
                <a:gd name="f12" fmla="val 13430"/>
                <a:gd name="f13" fmla="+- 0 0 -90"/>
                <a:gd name="f14" fmla="*/ f3 1 337280"/>
                <a:gd name="f15" fmla="*/ f4 1 337280"/>
                <a:gd name="f16" fmla="val f5"/>
                <a:gd name="f17" fmla="val f6"/>
                <a:gd name="f18" fmla="*/ f13 f0 1"/>
                <a:gd name="f19" fmla="+- f17 0 f16"/>
                <a:gd name="f20" fmla="*/ f18 1 f2"/>
                <a:gd name="f21" fmla="*/ f19 1 337280"/>
                <a:gd name="f22" fmla="*/ 333470 f19 1"/>
                <a:gd name="f23" fmla="*/ 0 f19 1"/>
                <a:gd name="f24" fmla="*/ 337280 f19 1"/>
                <a:gd name="f25" fmla="*/ 13430 f19 1"/>
                <a:gd name="f26" fmla="+- f20 0 f1"/>
                <a:gd name="f27" fmla="*/ f22 1 337280"/>
                <a:gd name="f28" fmla="*/ f23 1 337280"/>
                <a:gd name="f29" fmla="*/ f24 1 337280"/>
                <a:gd name="f30" fmla="*/ f25 1 337280"/>
                <a:gd name="f31" fmla="*/ f16 1 f21"/>
                <a:gd name="f32" fmla="*/ f17 1 f21"/>
                <a:gd name="f33" fmla="*/ f27 1 f21"/>
                <a:gd name="f34" fmla="*/ f28 1 f21"/>
                <a:gd name="f35" fmla="*/ f29 1 f21"/>
                <a:gd name="f36" fmla="*/ f30 1 f21"/>
                <a:gd name="f37" fmla="*/ f31 f14 1"/>
                <a:gd name="f38" fmla="*/ f32 f14 1"/>
                <a:gd name="f39" fmla="*/ f32 f15 1"/>
                <a:gd name="f40" fmla="*/ f31 f15 1"/>
                <a:gd name="f41" fmla="*/ f33 f14 1"/>
                <a:gd name="f42" fmla="*/ f34 f15 1"/>
                <a:gd name="f43" fmla="*/ f35 f14 1"/>
                <a:gd name="f44" fmla="*/ f36 f15 1"/>
                <a:gd name="f45" fmla="*/ f36 f14 1"/>
                <a:gd name="f46" fmla="*/ f35 f15 1"/>
                <a:gd name="f47" fmla="*/ f34 f14 1"/>
                <a:gd name="f48" fmla="*/ f33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6">
                  <a:pos x="f41" y="f42"/>
                </a:cxn>
                <a:cxn ang="f26">
                  <a:pos x="f43" y="f44"/>
                </a:cxn>
                <a:cxn ang="f26">
                  <a:pos x="f45" y="f46"/>
                </a:cxn>
                <a:cxn ang="f26">
                  <a:pos x="f47" y="f48"/>
                </a:cxn>
              </a:cxnLst>
              <a:rect l="f37" t="f40" r="f38" b="f39"/>
              <a:pathLst>
                <a:path w="337280" h="337280">
                  <a:moveTo>
                    <a:pt x="f7" y="f5"/>
                  </a:moveTo>
                  <a:cubicBezTo>
                    <a:pt x="f8" y="f9"/>
                    <a:pt x="f10" y="f11"/>
                    <a:pt x="f6" y="f12"/>
                  </a:cubicBezTo>
                  <a:lnTo>
                    <a:pt x="f12" y="f6"/>
                  </a:lnTo>
                  <a:cubicBezTo>
                    <a:pt x="f11" y="f10"/>
                    <a:pt x="f9" y="f8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1" name="Freeform: Shape 7195">
              <a:extLst>
                <a:ext uri="{FF2B5EF4-FFF2-40B4-BE49-F238E27FC236}">
                  <a16:creationId xmlns:a16="http://schemas.microsoft.com/office/drawing/2014/main" id="{29868EDD-9F8D-53B1-4F29-2B6FCC5F9399}"/>
                </a:ext>
              </a:extLst>
            </p:cNvPr>
            <p:cNvSpPr/>
            <p:nvPr/>
          </p:nvSpPr>
          <p:spPr>
            <a:xfrm>
              <a:off x="4545765" y="5339620"/>
              <a:ext cx="539066" cy="53889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4227"/>
                <a:gd name="f7" fmla="val 294132"/>
                <a:gd name="f8" fmla="val 292989"/>
                <a:gd name="f9" fmla="val 293561"/>
                <a:gd name="f10" fmla="val 5334"/>
                <a:gd name="f11" fmla="val 293942"/>
                <a:gd name="f12" fmla="val 10668"/>
                <a:gd name="f13" fmla="val 15907"/>
                <a:gd name="f14" fmla="val 293465"/>
                <a:gd name="f15" fmla="val 292894"/>
                <a:gd name="f16" fmla="+- 0 0 -90"/>
                <a:gd name="f17" fmla="*/ f3 1 294227"/>
                <a:gd name="f18" fmla="*/ f4 1 294132"/>
                <a:gd name="f19" fmla="val f5"/>
                <a:gd name="f20" fmla="val f6"/>
                <a:gd name="f21" fmla="val f7"/>
                <a:gd name="f22" fmla="*/ f16 f0 1"/>
                <a:gd name="f23" fmla="+- f21 0 f19"/>
                <a:gd name="f24" fmla="+- f20 0 f19"/>
                <a:gd name="f25" fmla="*/ f22 1 f2"/>
                <a:gd name="f26" fmla="*/ f24 1 294227"/>
                <a:gd name="f27" fmla="*/ f23 1 294132"/>
                <a:gd name="f28" fmla="*/ 292989 f24 1"/>
                <a:gd name="f29" fmla="*/ 0 f23 1"/>
                <a:gd name="f30" fmla="*/ 294227 f24 1"/>
                <a:gd name="f31" fmla="*/ 15907 f23 1"/>
                <a:gd name="f32" fmla="*/ 15907 f24 1"/>
                <a:gd name="f33" fmla="*/ 294132 f23 1"/>
                <a:gd name="f34" fmla="*/ 0 f24 1"/>
                <a:gd name="f35" fmla="*/ 292894 f23 1"/>
                <a:gd name="f36" fmla="+- f25 0 f1"/>
                <a:gd name="f37" fmla="*/ f28 1 294227"/>
                <a:gd name="f38" fmla="*/ f29 1 294132"/>
                <a:gd name="f39" fmla="*/ f30 1 294227"/>
                <a:gd name="f40" fmla="*/ f31 1 294132"/>
                <a:gd name="f41" fmla="*/ f32 1 294227"/>
                <a:gd name="f42" fmla="*/ f33 1 294132"/>
                <a:gd name="f43" fmla="*/ f34 1 294227"/>
                <a:gd name="f44" fmla="*/ f35 1 294132"/>
                <a:gd name="f45" fmla="*/ f19 1 f26"/>
                <a:gd name="f46" fmla="*/ f20 1 f26"/>
                <a:gd name="f47" fmla="*/ f19 1 f27"/>
                <a:gd name="f48" fmla="*/ f21 1 f27"/>
                <a:gd name="f49" fmla="*/ f37 1 f26"/>
                <a:gd name="f50" fmla="*/ f38 1 f27"/>
                <a:gd name="f51" fmla="*/ f39 1 f26"/>
                <a:gd name="f52" fmla="*/ f40 1 f27"/>
                <a:gd name="f53" fmla="*/ f41 1 f26"/>
                <a:gd name="f54" fmla="*/ f42 1 f27"/>
                <a:gd name="f55" fmla="*/ f43 1 f26"/>
                <a:gd name="f56" fmla="*/ f44 1 f27"/>
                <a:gd name="f57" fmla="*/ f45 f17 1"/>
                <a:gd name="f58" fmla="*/ f46 f17 1"/>
                <a:gd name="f59" fmla="*/ f48 f18 1"/>
                <a:gd name="f60" fmla="*/ f47 f18 1"/>
                <a:gd name="f61" fmla="*/ f49 f17 1"/>
                <a:gd name="f62" fmla="*/ f50 f18 1"/>
                <a:gd name="f63" fmla="*/ f51 f17 1"/>
                <a:gd name="f64" fmla="*/ f52 f18 1"/>
                <a:gd name="f65" fmla="*/ f53 f17 1"/>
                <a:gd name="f66" fmla="*/ f54 f18 1"/>
                <a:gd name="f67" fmla="*/ f55 f17 1"/>
                <a:gd name="f68" fmla="*/ f56 f1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61" y="f62"/>
                </a:cxn>
                <a:cxn ang="f36">
                  <a:pos x="f63" y="f64"/>
                </a:cxn>
                <a:cxn ang="f36">
                  <a:pos x="f65" y="f66"/>
                </a:cxn>
                <a:cxn ang="f36">
                  <a:pos x="f67" y="f68"/>
                </a:cxn>
              </a:cxnLst>
              <a:rect l="f57" t="f60" r="f58" b="f59"/>
              <a:pathLst>
                <a:path w="294227" h="294132">
                  <a:moveTo>
                    <a:pt x="f8" y="f5"/>
                  </a:moveTo>
                  <a:cubicBezTo>
                    <a:pt x="f9" y="f10"/>
                    <a:pt x="f11" y="f12"/>
                    <a:pt x="f6" y="f13"/>
                  </a:cubicBezTo>
                  <a:lnTo>
                    <a:pt x="f13" y="f7"/>
                  </a:lnTo>
                  <a:cubicBezTo>
                    <a:pt x="f12" y="f7"/>
                    <a:pt x="f10" y="f14"/>
                    <a:pt x="f5" y="f1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2" name="Freeform: Shape 7196">
              <a:extLst>
                <a:ext uri="{FF2B5EF4-FFF2-40B4-BE49-F238E27FC236}">
                  <a16:creationId xmlns:a16="http://schemas.microsoft.com/office/drawing/2014/main" id="{43BF10F2-CB05-4517-FB30-67A1771ACC62}"/>
                </a:ext>
              </a:extLst>
            </p:cNvPr>
            <p:cNvSpPr/>
            <p:nvPr/>
          </p:nvSpPr>
          <p:spPr>
            <a:xfrm>
              <a:off x="4659380" y="5453051"/>
              <a:ext cx="421968" cy="42196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0314"/>
                <a:gd name="f7" fmla="val 230315"/>
                <a:gd name="f8" fmla="val 229457"/>
                <a:gd name="f9" fmla="val 6953"/>
                <a:gd name="f10" fmla="val 228314"/>
                <a:gd name="f11" fmla="val 13716"/>
                <a:gd name="f12" fmla="val 226886"/>
                <a:gd name="f13" fmla="val 20574"/>
                <a:gd name="f14" fmla="val 20669"/>
                <a:gd name="f15" fmla="val 226790"/>
                <a:gd name="f16" fmla="val 13811"/>
                <a:gd name="f17" fmla="+- 0 0 -90"/>
                <a:gd name="f18" fmla="*/ f3 1 230314"/>
                <a:gd name="f19" fmla="*/ f4 1 230314"/>
                <a:gd name="f20" fmla="val f5"/>
                <a:gd name="f21" fmla="val f6"/>
                <a:gd name="f22" fmla="*/ f17 f0 1"/>
                <a:gd name="f23" fmla="+- f21 0 f20"/>
                <a:gd name="f24" fmla="*/ f22 1 f2"/>
                <a:gd name="f25" fmla="*/ f23 1 230314"/>
                <a:gd name="f26" fmla="*/ 230315 f23 1"/>
                <a:gd name="f27" fmla="*/ 0 f23 1"/>
                <a:gd name="f28" fmla="*/ 226886 f23 1"/>
                <a:gd name="f29" fmla="*/ 20574 f23 1"/>
                <a:gd name="f30" fmla="*/ 20669 f23 1"/>
                <a:gd name="f31" fmla="*/ 226790 f23 1"/>
                <a:gd name="f32" fmla="+- f24 0 f1"/>
                <a:gd name="f33" fmla="*/ f26 1 230314"/>
                <a:gd name="f34" fmla="*/ f27 1 230314"/>
                <a:gd name="f35" fmla="*/ f28 1 230314"/>
                <a:gd name="f36" fmla="*/ f29 1 230314"/>
                <a:gd name="f37" fmla="*/ f30 1 230314"/>
                <a:gd name="f38" fmla="*/ f31 1 230314"/>
                <a:gd name="f39" fmla="*/ f20 1 f25"/>
                <a:gd name="f40" fmla="*/ f21 1 f25"/>
                <a:gd name="f41" fmla="*/ f33 1 f25"/>
                <a:gd name="f42" fmla="*/ f34 1 f25"/>
                <a:gd name="f43" fmla="*/ f35 1 f25"/>
                <a:gd name="f44" fmla="*/ f36 1 f25"/>
                <a:gd name="f45" fmla="*/ f37 1 f25"/>
                <a:gd name="f46" fmla="*/ f38 1 f25"/>
                <a:gd name="f47" fmla="*/ f39 f18 1"/>
                <a:gd name="f48" fmla="*/ f40 f18 1"/>
                <a:gd name="f49" fmla="*/ f40 f19 1"/>
                <a:gd name="f50" fmla="*/ f39 f19 1"/>
                <a:gd name="f51" fmla="*/ f41 f18 1"/>
                <a:gd name="f52" fmla="*/ f42 f19 1"/>
                <a:gd name="f53" fmla="*/ f43 f18 1"/>
                <a:gd name="f54" fmla="*/ f44 f19 1"/>
                <a:gd name="f55" fmla="*/ f45 f18 1"/>
                <a:gd name="f56" fmla="*/ f46 f19 1"/>
                <a:gd name="f57" fmla="*/ f42 f18 1"/>
                <a:gd name="f58" fmla="*/ f41 f1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6"/>
                </a:cxn>
                <a:cxn ang="f32">
                  <a:pos x="f57" y="f58"/>
                </a:cxn>
              </a:cxnLst>
              <a:rect l="f47" t="f50" r="f48" b="f49"/>
              <a:pathLst>
                <a:path w="230314" h="230314">
                  <a:moveTo>
                    <a:pt x="f7" y="f5"/>
                  </a:moveTo>
                  <a:cubicBezTo>
                    <a:pt x="f8" y="f9"/>
                    <a:pt x="f10" y="f11"/>
                    <a:pt x="f12" y="f13"/>
                  </a:cubicBezTo>
                  <a:lnTo>
                    <a:pt x="f14" y="f15"/>
                  </a:lnTo>
                  <a:cubicBezTo>
                    <a:pt x="f16" y="f10"/>
                    <a:pt x="f9" y="f8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3" name="Freeform: Shape 7197">
              <a:extLst>
                <a:ext uri="{FF2B5EF4-FFF2-40B4-BE49-F238E27FC236}">
                  <a16:creationId xmlns:a16="http://schemas.microsoft.com/office/drawing/2014/main" id="{C62D3526-C653-67E2-484E-EEECEF5CE45A}"/>
                </a:ext>
              </a:extLst>
            </p:cNvPr>
            <p:cNvSpPr/>
            <p:nvPr/>
          </p:nvSpPr>
          <p:spPr>
            <a:xfrm>
              <a:off x="4823066" y="5616747"/>
              <a:ext cx="206791" cy="20679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2871"/>
                <a:gd name="f7" fmla="val 87618"/>
                <a:gd name="f8" fmla="val 48239"/>
                <a:gd name="f9" fmla="+- 0 0 -90"/>
                <a:gd name="f10" fmla="*/ f3 1 112871"/>
                <a:gd name="f11" fmla="*/ f4 1 112871"/>
                <a:gd name="f12" fmla="val f5"/>
                <a:gd name="f13" fmla="val f6"/>
                <a:gd name="f14" fmla="*/ f9 f0 1"/>
                <a:gd name="f15" fmla="+- f13 0 f12"/>
                <a:gd name="f16" fmla="*/ f14 1 f2"/>
                <a:gd name="f17" fmla="*/ f15 1 112871"/>
                <a:gd name="f18" fmla="*/ 112871 f15 1"/>
                <a:gd name="f19" fmla="*/ 0 f15 1"/>
                <a:gd name="f20" fmla="+- f16 0 f1"/>
                <a:gd name="f21" fmla="*/ f18 1 112871"/>
                <a:gd name="f22" fmla="*/ f19 1 112871"/>
                <a:gd name="f23" fmla="*/ f12 1 f17"/>
                <a:gd name="f24" fmla="*/ f13 1 f17"/>
                <a:gd name="f25" fmla="*/ f21 1 f17"/>
                <a:gd name="f26" fmla="*/ f22 1 f17"/>
                <a:gd name="f27" fmla="*/ f23 f10 1"/>
                <a:gd name="f28" fmla="*/ f24 f10 1"/>
                <a:gd name="f29" fmla="*/ f24 f11 1"/>
                <a:gd name="f30" fmla="*/ f23 f11 1"/>
                <a:gd name="f31" fmla="*/ f25 f10 1"/>
                <a:gd name="f32" fmla="*/ f26 f11 1"/>
                <a:gd name="f33" fmla="*/ f26 f10 1"/>
                <a:gd name="f34" fmla="*/ f25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3" y="f34"/>
                </a:cxn>
              </a:cxnLst>
              <a:rect l="f27" t="f30" r="f28" b="f29"/>
              <a:pathLst>
                <a:path w="112871" h="112871">
                  <a:moveTo>
                    <a:pt x="f6" y="f5"/>
                  </a:moveTo>
                  <a:cubicBezTo>
                    <a:pt x="f7" y="f8"/>
                    <a:pt x="f8" y="f7"/>
                    <a:pt x="f5" y="f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24" name="Tijdelijke aanduiding voor inhoud 2">
            <a:extLst>
              <a:ext uri="{FF2B5EF4-FFF2-40B4-BE49-F238E27FC236}">
                <a16:creationId xmlns:a16="http://schemas.microsoft.com/office/drawing/2014/main" id="{C96D3709-C510-B1AC-0D93-69442335696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956785" y="1747592"/>
            <a:ext cx="5217173" cy="4351336"/>
          </a:xfrm>
        </p:spPr>
        <p:txBody>
          <a:bodyPr/>
          <a:lstStyle/>
          <a:p>
            <a:pPr lvl="0"/>
            <a:r>
              <a:rPr lang="nl-NL" dirty="0"/>
              <a:t>DAS (</a:t>
            </a:r>
            <a:r>
              <a:rPr lang="nl-NL" dirty="0" err="1"/>
              <a:t>Delayed</a:t>
            </a:r>
            <a:r>
              <a:rPr lang="nl-NL" dirty="0"/>
              <a:t> Auto Shift)</a:t>
            </a:r>
          </a:p>
          <a:p>
            <a:pPr lvl="0"/>
            <a:r>
              <a:rPr lang="nl-NL" dirty="0"/>
              <a:t>Hypertapping</a:t>
            </a:r>
          </a:p>
          <a:p>
            <a:pPr lvl="0"/>
            <a:r>
              <a:rPr lang="nl-NL" dirty="0"/>
              <a:t>Rolling</a:t>
            </a:r>
          </a:p>
          <a:p>
            <a:pPr lvl="0"/>
            <a:endParaRPr lang="nl-NL" dirty="0"/>
          </a:p>
          <a:p>
            <a:pPr lvl="0"/>
            <a:endParaRPr lang="nl-NL" dirty="0"/>
          </a:p>
        </p:txBody>
      </p:sp>
      <p:pic>
        <p:nvPicPr>
          <p:cNvPr id="28" name="das">
            <a:hlinkClick r:id="" action="ppaction://media"/>
            <a:extLst>
              <a:ext uri="{FF2B5EF4-FFF2-40B4-BE49-F238E27FC236}">
                <a16:creationId xmlns:a16="http://schemas.microsoft.com/office/drawing/2014/main" id="{43E693DD-7672-33DB-36B4-C619FAB2F2B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74098" y="695745"/>
            <a:ext cx="3261336" cy="1666905"/>
          </a:xfrm>
          <a:prstGeom prst="rect">
            <a:avLst/>
          </a:prstGeom>
        </p:spPr>
      </p:pic>
      <p:pic>
        <p:nvPicPr>
          <p:cNvPr id="29" name="Hypertapping">
            <a:hlinkClick r:id="" action="ppaction://media"/>
            <a:extLst>
              <a:ext uri="{FF2B5EF4-FFF2-40B4-BE49-F238E27FC236}">
                <a16:creationId xmlns:a16="http://schemas.microsoft.com/office/drawing/2014/main" id="{A657A3C3-46AA-3D9D-A0E0-80369FCAEE9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21205" y="2553616"/>
            <a:ext cx="3590925" cy="1981200"/>
          </a:xfrm>
          <a:prstGeom prst="rect">
            <a:avLst/>
          </a:prstGeom>
        </p:spPr>
      </p:pic>
      <p:pic>
        <p:nvPicPr>
          <p:cNvPr id="30" name="Rolling">
            <a:hlinkClick r:id="" action="ppaction://media"/>
            <a:extLst>
              <a:ext uri="{FF2B5EF4-FFF2-40B4-BE49-F238E27FC236}">
                <a16:creationId xmlns:a16="http://schemas.microsoft.com/office/drawing/2014/main" id="{A619CBFC-463F-F7C2-C0B7-FE6E175E6D9F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362948" y="4592472"/>
            <a:ext cx="3810000" cy="214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040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7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2240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31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1560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8" repeatCount="indefinite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3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video>
              <p:cMediaNode vol="80000">
                <p:cTn id="44" repeatCount="indefinite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9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80000">
                <p:cTn id="50" repeatCount="indefinite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5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E387-3DB6-3FC0-1F8D-C823B4E6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3" y="461381"/>
            <a:ext cx="10515600" cy="1325559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Moderne tetris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2C304C2-F5CF-D85E-B815-9C1B985ED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CA5427D-0B81-3D01-E8C2-34CE23C21DD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/>
          <a:lstStyle/>
          <a:p>
            <a:pPr algn="ctr"/>
            <a:endParaRPr lang="en-US" dirty="0"/>
          </a:p>
        </p:txBody>
      </p:sp>
      <p:pic>
        <p:nvPicPr>
          <p:cNvPr id="4098" name="Picture 2" descr="Tetris Effect: Connected Review - Review - Nintendo World Report">
            <a:extLst>
              <a:ext uri="{FF2B5EF4-FFF2-40B4-BE49-F238E27FC236}">
                <a16:creationId xmlns:a16="http://schemas.microsoft.com/office/drawing/2014/main" id="{985F046D-F247-6309-175C-9F3C0667361E}"/>
              </a:ext>
            </a:extLst>
          </p:cNvPr>
          <p:cNvPicPr>
            <a:picLocks noGrp="1" noChangeAspect="1" noChangeArrowheads="1"/>
          </p:cNvPicPr>
          <p:nvPr>
            <p:ph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78" y="1643674"/>
            <a:ext cx="5157787" cy="290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etrio Tetra League (U Rank Gameplay)">
            <a:extLst>
              <a:ext uri="{FF2B5EF4-FFF2-40B4-BE49-F238E27FC236}">
                <a16:creationId xmlns:a16="http://schemas.microsoft.com/office/drawing/2014/main" id="{5CEC485C-3D3F-435B-D9EA-9EAD6497C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781" y="2002937"/>
            <a:ext cx="5070447" cy="285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Tetris - Puyo Puyo Tetris - Nintendo Switch : Amazon.nl: PC &amp; Video Games">
            <a:extLst>
              <a:ext uri="{FF2B5EF4-FFF2-40B4-BE49-F238E27FC236}">
                <a16:creationId xmlns:a16="http://schemas.microsoft.com/office/drawing/2014/main" id="{7758499B-9992-1845-570F-F3362A274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863" y="3170739"/>
            <a:ext cx="5182008" cy="294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he best Tetris Games on Switch and mobile">
            <a:extLst>
              <a:ext uri="{FF2B5EF4-FFF2-40B4-BE49-F238E27FC236}">
                <a16:creationId xmlns:a16="http://schemas.microsoft.com/office/drawing/2014/main" id="{F62F1807-9A57-9292-AA42-2082664C7632}"/>
              </a:ext>
            </a:extLst>
          </p:cNvPr>
          <p:cNvPicPr>
            <a:picLocks noGrp="1" noChangeAspect="1" noChangeArrowheads="1"/>
          </p:cNvPicPr>
          <p:nvPr>
            <p:ph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889597"/>
            <a:ext cx="5183188" cy="291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68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097EA-0982-B424-8824-66BDCC99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7 Bag</a:t>
            </a:r>
          </a:p>
        </p:txBody>
      </p:sp>
      <p:pic>
        <p:nvPicPr>
          <p:cNvPr id="7172" name="Picture 4" descr="Random Generator - TetrisWiki">
            <a:extLst>
              <a:ext uri="{FF2B5EF4-FFF2-40B4-BE49-F238E27FC236}">
                <a16:creationId xmlns:a16="http://schemas.microsoft.com/office/drawing/2014/main" id="{CFF7B319-D128-2176-C4D0-42FC28987F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40401" y="1825627"/>
            <a:ext cx="3111204" cy="435133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27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8D785-5486-F64E-475E-0DED1FF00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wrap="square" anchor="b">
            <a:normAutofit/>
          </a:bodyPr>
          <a:lstStyle/>
          <a:p>
            <a:r>
              <a:rPr lang="en-GB" dirty="0"/>
              <a:t>Sliding</a:t>
            </a:r>
          </a:p>
        </p:txBody>
      </p:sp>
      <p:pic>
        <p:nvPicPr>
          <p:cNvPr id="7" name="skill-issue">
            <a:hlinkClick r:id="" action="ppaction://media"/>
            <a:extLst>
              <a:ext uri="{FF2B5EF4-FFF2-40B4-BE49-F238E27FC236}">
                <a16:creationId xmlns:a16="http://schemas.microsoft.com/office/drawing/2014/main" id="{193A0AA1-2029-6BA1-0E1A-33FE5B172527}"/>
              </a:ext>
            </a:extLst>
          </p:cNvPr>
          <p:cNvPicPr>
            <a:picLocks noGrp="1" noChangeAspect="1"/>
          </p:cNvPicPr>
          <p:nvPr>
            <p:ph type="pic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39934" y="987423"/>
            <a:ext cx="3458699" cy="4873623"/>
          </a:xfr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E433DF5-4F8A-E7F7-AF1A-B690F7ACA1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9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3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185">
            <a:extLst>
              <a:ext uri="{FF2B5EF4-FFF2-40B4-BE49-F238E27FC236}">
                <a16:creationId xmlns:a16="http://schemas.microsoft.com/office/drawing/2014/main" id="{D4C3FD78-6C2B-39BF-D431-840BA016E881}"/>
              </a:ext>
            </a:extLst>
          </p:cNvPr>
          <p:cNvGrpSpPr/>
          <p:nvPr/>
        </p:nvGrpSpPr>
        <p:grpSpPr>
          <a:xfrm>
            <a:off x="10999573" y="5987061"/>
            <a:ext cx="1054467" cy="469690"/>
            <a:chOff x="10999573" y="5987061"/>
            <a:chExt cx="1054467" cy="469690"/>
          </a:xfrm>
        </p:grpSpPr>
        <p:sp>
          <p:nvSpPr>
            <p:cNvPr id="3" name="Freeform: Shape 10">
              <a:extLst>
                <a:ext uri="{FF2B5EF4-FFF2-40B4-BE49-F238E27FC236}">
                  <a16:creationId xmlns:a16="http://schemas.microsoft.com/office/drawing/2014/main" id="{EA7EFBAF-777B-E2EA-B937-01EA86207782}"/>
                </a:ext>
              </a:extLst>
            </p:cNvPr>
            <p:cNvSpPr/>
            <p:nvPr/>
          </p:nvSpPr>
          <p:spPr>
            <a:xfrm>
              <a:off x="10999573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4" name="Freeform: Shape 11">
              <a:extLst>
                <a:ext uri="{FF2B5EF4-FFF2-40B4-BE49-F238E27FC236}">
                  <a16:creationId xmlns:a16="http://schemas.microsoft.com/office/drawing/2014/main" id="{90745E98-1424-12F6-9849-AB639394D3FF}"/>
                </a:ext>
              </a:extLst>
            </p:cNvPr>
            <p:cNvSpPr/>
            <p:nvPr/>
          </p:nvSpPr>
          <p:spPr>
            <a:xfrm>
              <a:off x="11174370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1233D0DB-A270-C931-9DD7-C67A84EE312B}"/>
                </a:ext>
              </a:extLst>
            </p:cNvPr>
            <p:cNvSpPr/>
            <p:nvPr/>
          </p:nvSpPr>
          <p:spPr>
            <a:xfrm>
              <a:off x="11349176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6" name="Freeform: Shape 13">
              <a:extLst>
                <a:ext uri="{FF2B5EF4-FFF2-40B4-BE49-F238E27FC236}">
                  <a16:creationId xmlns:a16="http://schemas.microsoft.com/office/drawing/2014/main" id="{8D2174AE-AFF4-7E27-EF58-A157EC207F6C}"/>
                </a:ext>
              </a:extLst>
            </p:cNvPr>
            <p:cNvSpPr/>
            <p:nvPr/>
          </p:nvSpPr>
          <p:spPr>
            <a:xfrm>
              <a:off x="11523972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7" name="Freeform: Shape 14">
              <a:extLst>
                <a:ext uri="{FF2B5EF4-FFF2-40B4-BE49-F238E27FC236}">
                  <a16:creationId xmlns:a16="http://schemas.microsoft.com/office/drawing/2014/main" id="{0D81B84A-289D-98C9-A09A-13EECE5108E2}"/>
                </a:ext>
              </a:extLst>
            </p:cNvPr>
            <p:cNvSpPr/>
            <p:nvPr/>
          </p:nvSpPr>
          <p:spPr>
            <a:xfrm>
              <a:off x="11698769" y="598706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8" name="Oval 16">
            <a:extLst>
              <a:ext uri="{FF2B5EF4-FFF2-40B4-BE49-F238E27FC236}">
                <a16:creationId xmlns:a16="http://schemas.microsoft.com/office/drawing/2014/main" id="{7F34DD77-82AA-E026-38B9-074606ABC299}"/>
              </a:ext>
            </a:extLst>
          </p:cNvPr>
          <p:cNvSpPr>
            <a:spLocks noMove="1" noResize="1"/>
          </p:cNvSpPr>
          <p:nvPr/>
        </p:nvSpPr>
        <p:spPr>
          <a:xfrm>
            <a:off x="320734" y="652890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CFF7E1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9AD6FAE4-A051-A274-D8D5-23B2AFD1B791}"/>
              </a:ext>
            </a:extLst>
          </p:cNvPr>
          <p:cNvSpPr>
            <a:spLocks noMove="1" noResize="1"/>
          </p:cNvSpPr>
          <p:nvPr/>
        </p:nvSpPr>
        <p:spPr>
          <a:xfrm>
            <a:off x="0" y="-5239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C80E4041-E3B6-B088-AC0A-5B17F1DBF5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122" y="810624"/>
            <a:ext cx="4894426" cy="3570165"/>
          </a:xfrm>
        </p:spPr>
        <p:txBody>
          <a:bodyPr anchor="b"/>
          <a:lstStyle/>
          <a:p>
            <a:pPr lvl="0"/>
            <a:r>
              <a:rPr lang="en-US" sz="6000" b="1" cap="all" spc="1500">
                <a:ea typeface="Source Sans Pro SemiBold" pitchFamily="34"/>
              </a:rPr>
              <a:t>Perfect clear</a:t>
            </a:r>
          </a:p>
        </p:txBody>
      </p:sp>
      <p:grpSp>
        <p:nvGrpSpPr>
          <p:cNvPr id="11" name="Group 20">
            <a:extLst>
              <a:ext uri="{FF2B5EF4-FFF2-40B4-BE49-F238E27FC236}">
                <a16:creationId xmlns:a16="http://schemas.microsoft.com/office/drawing/2014/main" id="{6065DA13-C29D-DB02-0B26-97D1500F13A6}"/>
              </a:ext>
            </a:extLst>
          </p:cNvPr>
          <p:cNvGrpSpPr/>
          <p:nvPr/>
        </p:nvGrpSpPr>
        <p:grpSpPr>
          <a:xfrm>
            <a:off x="6481651" y="673016"/>
            <a:ext cx="4833902" cy="5683325"/>
            <a:chOff x="6481651" y="673016"/>
            <a:chExt cx="4833902" cy="5683325"/>
          </a:xfrm>
        </p:grpSpPr>
        <p:sp>
          <p:nvSpPr>
            <p:cNvPr id="12" name="Rectangle 21">
              <a:extLst>
                <a:ext uri="{FF2B5EF4-FFF2-40B4-BE49-F238E27FC236}">
                  <a16:creationId xmlns:a16="http://schemas.microsoft.com/office/drawing/2014/main" id="{D215A3D7-FEDA-79A8-A557-1544ACC4B942}"/>
                </a:ext>
              </a:extLst>
            </p:cNvPr>
            <p:cNvSpPr/>
            <p:nvPr/>
          </p:nvSpPr>
          <p:spPr>
            <a:xfrm>
              <a:off x="6481651" y="673016"/>
              <a:ext cx="4833902" cy="5683325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96285743-529A-E48F-C7E7-A5C2B516F83C}"/>
                </a:ext>
              </a:extLst>
            </p:cNvPr>
            <p:cNvSpPr/>
            <p:nvPr/>
          </p:nvSpPr>
          <p:spPr>
            <a:xfrm>
              <a:off x="6481651" y="673016"/>
              <a:ext cx="4833902" cy="5683325"/>
            </a:xfrm>
            <a:prstGeom prst="rect">
              <a:avLst/>
            </a:prstGeom>
            <a:solidFill>
              <a:srgbClr val="21C46B">
                <a:alpha val="20000"/>
              </a:srgbClr>
            </a:solidFill>
            <a:ln w="28575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Source Sans Pro"/>
              </a:endParaRPr>
            </a:p>
          </p:txBody>
        </p:sp>
      </p:grpSp>
      <p:sp>
        <p:nvSpPr>
          <p:cNvPr id="14" name="Rectangle 24">
            <a:extLst>
              <a:ext uri="{FF2B5EF4-FFF2-40B4-BE49-F238E27FC236}">
                <a16:creationId xmlns:a16="http://schemas.microsoft.com/office/drawing/2014/main" id="{24B98E6B-091E-21B5-D851-E293788FB698}"/>
              </a:ext>
            </a:extLst>
          </p:cNvPr>
          <p:cNvSpPr>
            <a:spLocks noMove="1" noResize="1"/>
          </p:cNvSpPr>
          <p:nvPr/>
        </p:nvSpPr>
        <p:spPr>
          <a:xfrm>
            <a:off x="6350251" y="596819"/>
            <a:ext cx="4833902" cy="5653881"/>
          </a:xfrm>
          <a:prstGeom prst="rect">
            <a:avLst/>
          </a:pr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F0E061F4-7453-7E09-51EF-021B30BD9E3D}"/>
              </a:ext>
            </a:extLst>
          </p:cNvPr>
          <p:cNvGrpSpPr/>
          <p:nvPr/>
        </p:nvGrpSpPr>
        <p:grpSpPr>
          <a:xfrm>
            <a:off x="5463430" y="1159623"/>
            <a:ext cx="1054467" cy="469690"/>
            <a:chOff x="5463430" y="1159623"/>
            <a:chExt cx="1054467" cy="469690"/>
          </a:xfrm>
        </p:grpSpPr>
        <p:sp>
          <p:nvSpPr>
            <p:cNvPr id="16" name="Freeform: Shape 27">
              <a:extLst>
                <a:ext uri="{FF2B5EF4-FFF2-40B4-BE49-F238E27FC236}">
                  <a16:creationId xmlns:a16="http://schemas.microsoft.com/office/drawing/2014/main" id="{9CD943A4-EAF8-1AD2-475B-9A542DFDC4AC}"/>
                </a:ext>
              </a:extLst>
            </p:cNvPr>
            <p:cNvSpPr/>
            <p:nvPr/>
          </p:nvSpPr>
          <p:spPr>
            <a:xfrm>
              <a:off x="5463430" y="1159623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7" name="Freeform: Shape 28">
              <a:extLst>
                <a:ext uri="{FF2B5EF4-FFF2-40B4-BE49-F238E27FC236}">
                  <a16:creationId xmlns:a16="http://schemas.microsoft.com/office/drawing/2014/main" id="{016DBFB7-12A7-1995-E27A-249793F0376D}"/>
                </a:ext>
              </a:extLst>
            </p:cNvPr>
            <p:cNvSpPr/>
            <p:nvPr/>
          </p:nvSpPr>
          <p:spPr>
            <a:xfrm>
              <a:off x="5638226" y="1159623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8" name="Freeform: Shape 29">
              <a:extLst>
                <a:ext uri="{FF2B5EF4-FFF2-40B4-BE49-F238E27FC236}">
                  <a16:creationId xmlns:a16="http://schemas.microsoft.com/office/drawing/2014/main" id="{8D68815C-8BC2-79DD-00D4-A39562BD9746}"/>
                </a:ext>
              </a:extLst>
            </p:cNvPr>
            <p:cNvSpPr/>
            <p:nvPr/>
          </p:nvSpPr>
          <p:spPr>
            <a:xfrm>
              <a:off x="5813023" y="1159623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19" name="Freeform: Shape 30">
              <a:extLst>
                <a:ext uri="{FF2B5EF4-FFF2-40B4-BE49-F238E27FC236}">
                  <a16:creationId xmlns:a16="http://schemas.microsoft.com/office/drawing/2014/main" id="{2DE58F28-AF93-5936-11AF-25BECD6D9837}"/>
                </a:ext>
              </a:extLst>
            </p:cNvPr>
            <p:cNvSpPr/>
            <p:nvPr/>
          </p:nvSpPr>
          <p:spPr>
            <a:xfrm>
              <a:off x="5987829" y="1159623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  <p:sp>
          <p:nvSpPr>
            <p:cNvPr id="20" name="Freeform: Shape 31">
              <a:extLst>
                <a:ext uri="{FF2B5EF4-FFF2-40B4-BE49-F238E27FC236}">
                  <a16:creationId xmlns:a16="http://schemas.microsoft.com/office/drawing/2014/main" id="{AA022506-F56B-AF58-5976-3907DED0DE00}"/>
                </a:ext>
              </a:extLst>
            </p:cNvPr>
            <p:cNvSpPr/>
            <p:nvPr/>
          </p:nvSpPr>
          <p:spPr>
            <a:xfrm>
              <a:off x="6162626" y="1159623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Source Sans Pro"/>
              </a:endParaRPr>
            </a:p>
          </p:txBody>
        </p:sp>
      </p:grpSp>
      <p:sp>
        <p:nvSpPr>
          <p:cNvPr id="22" name="Graphic 212">
            <a:extLst>
              <a:ext uri="{FF2B5EF4-FFF2-40B4-BE49-F238E27FC236}">
                <a16:creationId xmlns:a16="http://schemas.microsoft.com/office/drawing/2014/main" id="{E1EC4AC0-EC72-8F38-82F6-893A4C0AE05E}"/>
              </a:ext>
            </a:extLst>
          </p:cNvPr>
          <p:cNvSpPr>
            <a:spLocks noMove="1" noResize="1"/>
          </p:cNvSpPr>
          <p:nvPr/>
        </p:nvSpPr>
        <p:spPr>
          <a:xfrm>
            <a:off x="10824283" y="1286615"/>
            <a:ext cx="891448" cy="89144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1E0A5B4A-A58B-0418-1BCD-75115E42593B}"/>
              </a:ext>
            </a:extLst>
          </p:cNvPr>
          <p:cNvSpPr>
            <a:spLocks noMove="1" noResize="1"/>
          </p:cNvSpPr>
          <p:nvPr/>
        </p:nvSpPr>
        <p:spPr>
          <a:xfrm>
            <a:off x="10824283" y="1286615"/>
            <a:ext cx="891448" cy="89144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80BD">
              <a:alpha val="2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24" name="Oval 37">
            <a:extLst>
              <a:ext uri="{FF2B5EF4-FFF2-40B4-BE49-F238E27FC236}">
                <a16:creationId xmlns:a16="http://schemas.microsoft.com/office/drawing/2014/main" id="{1E80629C-C011-A5F4-06BB-49CA2908B857}"/>
              </a:ext>
            </a:extLst>
          </p:cNvPr>
          <p:cNvSpPr>
            <a:spLocks noMove="1" noResize="1"/>
          </p:cNvSpPr>
          <p:nvPr/>
        </p:nvSpPr>
        <p:spPr>
          <a:xfrm>
            <a:off x="6131253" y="5416521"/>
            <a:ext cx="419133" cy="41913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sp>
        <p:nvSpPr>
          <p:cNvPr id="25" name="Oval 39">
            <a:extLst>
              <a:ext uri="{FF2B5EF4-FFF2-40B4-BE49-F238E27FC236}">
                <a16:creationId xmlns:a16="http://schemas.microsoft.com/office/drawing/2014/main" id="{8AA4F007-AF94-4022-816A-2CA2FA54A358}"/>
              </a:ext>
            </a:extLst>
          </p:cNvPr>
          <p:cNvSpPr>
            <a:spLocks noMove="1" noResize="1"/>
          </p:cNvSpPr>
          <p:nvPr/>
        </p:nvSpPr>
        <p:spPr>
          <a:xfrm>
            <a:off x="6131253" y="5416521"/>
            <a:ext cx="419133" cy="41913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80BD">
              <a:alpha val="2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Source Sans Pro"/>
            </a:endParaRPr>
          </a:p>
        </p:txBody>
      </p:sp>
      <p:pic>
        <p:nvPicPr>
          <p:cNvPr id="26" name="ezgif-48f79df7bf6e0845">
            <a:hlinkClick r:id="" action="ppaction://media"/>
            <a:extLst>
              <a:ext uri="{FF2B5EF4-FFF2-40B4-BE49-F238E27FC236}">
                <a16:creationId xmlns:a16="http://schemas.microsoft.com/office/drawing/2014/main" id="{9EB2B278-1C19-B460-FD3A-382A006987B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92124" y="1060146"/>
            <a:ext cx="3692003" cy="48142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2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F7D0-0889-829D-88DB-9D5DF57AE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4wide</a:t>
            </a:r>
          </a:p>
        </p:txBody>
      </p:sp>
      <p:pic>
        <p:nvPicPr>
          <p:cNvPr id="3" name="ezgif-4e0f0878038bd355">
            <a:hlinkClick r:id="" action="ppaction://media"/>
            <a:extLst>
              <a:ext uri="{FF2B5EF4-FFF2-40B4-BE49-F238E27FC236}">
                <a16:creationId xmlns:a16="http://schemas.microsoft.com/office/drawing/2014/main" id="{AA2948FE-18AF-E9F3-B81E-E850CC81077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91448" y="1825627"/>
            <a:ext cx="3209109" cy="4351336"/>
          </a:xfrm>
          <a:noFill/>
        </p:spPr>
      </p:pic>
    </p:spTree>
    <p:extLst>
      <p:ext uri="{BB962C8B-B14F-4D97-AF65-F5344CB8AC3E}">
        <p14:creationId xmlns:p14="http://schemas.microsoft.com/office/powerpoint/2010/main" val="80712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3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332E-C288-CD71-B7EB-F73350EB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Openers</a:t>
            </a:r>
          </a:p>
        </p:txBody>
      </p:sp>
      <p:pic>
        <p:nvPicPr>
          <p:cNvPr id="6146" name="Picture 2" descr="image">
            <a:extLst>
              <a:ext uri="{FF2B5EF4-FFF2-40B4-BE49-F238E27FC236}">
                <a16:creationId xmlns:a16="http://schemas.microsoft.com/office/drawing/2014/main" id="{D18CA65C-7FC6-FD0A-A04A-0414240B8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51875" y="1825627"/>
            <a:ext cx="8288256" cy="435133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A9159BD9-06AA-B9C7-F8AD-8C00F0F75E17}"/>
              </a:ext>
            </a:extLst>
          </p:cNvPr>
          <p:cNvSpPr txBox="1"/>
          <p:nvPr/>
        </p:nvSpPr>
        <p:spPr>
          <a:xfrm>
            <a:off x="8623394" y="6492871"/>
            <a:ext cx="35686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Bron : https://github.com/quickandsmart/tetris-opener-classifier</a:t>
            </a:r>
          </a:p>
        </p:txBody>
      </p:sp>
    </p:spTree>
    <p:extLst>
      <p:ext uri="{BB962C8B-B14F-4D97-AF65-F5344CB8AC3E}">
        <p14:creationId xmlns:p14="http://schemas.microsoft.com/office/powerpoint/2010/main" val="1804813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2843-B028-9121-E148-F49BE523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9413870-D013-7792-6E07-483C2008A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7" y="1325712"/>
            <a:ext cx="5745017" cy="5385954"/>
          </a:xfrm>
        </p:spPr>
      </p:pic>
    </p:spTree>
    <p:extLst>
      <p:ext uri="{BB962C8B-B14F-4D97-AF65-F5344CB8AC3E}">
        <p14:creationId xmlns:p14="http://schemas.microsoft.com/office/powerpoint/2010/main" val="690816004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81</Words>
  <Application>Microsoft Office PowerPoint</Application>
  <PresentationFormat>Breedbeeld</PresentationFormat>
  <Paragraphs>40</Paragraphs>
  <Slides>16</Slides>
  <Notes>0</Notes>
  <HiddenSlides>0</HiddenSlides>
  <MMClips>7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20" baseType="lpstr">
      <vt:lpstr>Arial</vt:lpstr>
      <vt:lpstr>Source Sans Pro</vt:lpstr>
      <vt:lpstr>Source Sans Pro SemiBold</vt:lpstr>
      <vt:lpstr>FunkyShapesDarkVTI</vt:lpstr>
      <vt:lpstr>PowerPoint-presentatie</vt:lpstr>
      <vt:lpstr>Tetris</vt:lpstr>
      <vt:lpstr>Onderwerpen</vt:lpstr>
      <vt:lpstr>Korte Geschiedenis</vt:lpstr>
      <vt:lpstr>Klassieke Tetris</vt:lpstr>
      <vt:lpstr>Randomizer</vt:lpstr>
      <vt:lpstr>Tetris stacking</vt:lpstr>
      <vt:lpstr>T-spins</vt:lpstr>
      <vt:lpstr>Technieken</vt:lpstr>
      <vt:lpstr>Moderne tetris</vt:lpstr>
      <vt:lpstr>7 Bag</vt:lpstr>
      <vt:lpstr>Sliding</vt:lpstr>
      <vt:lpstr>Perfect clear</vt:lpstr>
      <vt:lpstr>4wide</vt:lpstr>
      <vt:lpstr>Openers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Tetris</dc:title>
  <dc:creator>Yamairo Martinus</dc:creator>
  <cp:lastModifiedBy>Yamairo Martinus</cp:lastModifiedBy>
  <cp:revision>6</cp:revision>
  <dcterms:created xsi:type="dcterms:W3CDTF">2022-12-22T06:52:16Z</dcterms:created>
  <dcterms:modified xsi:type="dcterms:W3CDTF">2026-01-26T12:21:37Z</dcterms:modified>
</cp:coreProperties>
</file>